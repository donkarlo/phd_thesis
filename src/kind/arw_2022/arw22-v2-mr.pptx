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5.png" ContentType="image/png"/>
  <Override PartName="/ppt/media/image10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6.png" ContentType="image/png"/>
  <Override PartName="/ppt/media/image7.jpeg" ContentType="image/jpeg"/>
  <Override PartName="/ppt/media/image11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12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</p:sldIdLst>
  <p:sldSz cx="9144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subTitle"/>
          </p:nvPr>
        </p:nvSpPr>
        <p:spPr>
          <a:xfrm>
            <a:off x="1792440" y="4800600"/>
            <a:ext cx="5486040" cy="26262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1792440" y="27619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603680" y="27619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1792440" y="2761920"/>
            <a:ext cx="5486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1792440" y="2761920"/>
            <a:ext cx="5486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1792440" y="27619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4603680" y="27619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3647160" y="6127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5502240" y="6127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1792440" y="27619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body"/>
          </p:nvPr>
        </p:nvSpPr>
        <p:spPr>
          <a:xfrm>
            <a:off x="3647160" y="27619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body"/>
          </p:nvPr>
        </p:nvSpPr>
        <p:spPr>
          <a:xfrm>
            <a:off x="5502240" y="27619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1792440" y="4800600"/>
            <a:ext cx="5486040" cy="26262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1792440" y="27619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41144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4603680" y="27619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1792440" y="2761920"/>
            <a:ext cx="5486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1792440" y="2761920"/>
            <a:ext cx="548604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603680" y="6127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1792440" y="27619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4603680" y="2761920"/>
            <a:ext cx="26769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3647160" y="6127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body"/>
          </p:nvPr>
        </p:nvSpPr>
        <p:spPr>
          <a:xfrm>
            <a:off x="5502240" y="6127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body"/>
          </p:nvPr>
        </p:nvSpPr>
        <p:spPr>
          <a:xfrm>
            <a:off x="1792440" y="27619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 type="body"/>
          </p:nvPr>
        </p:nvSpPr>
        <p:spPr>
          <a:xfrm>
            <a:off x="3647160" y="27619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5502240" y="2761920"/>
            <a:ext cx="1766160" cy="1962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slideLayout" Target="../slideLayouts/slideLayout1.xml"/><Relationship Id="rId9" Type="http://schemas.openxmlformats.org/officeDocument/2006/relationships/slideLayout" Target="../slideLayouts/slideLayout2.xml"/><Relationship Id="rId10" Type="http://schemas.openxmlformats.org/officeDocument/2006/relationships/slideLayout" Target="../slideLayouts/slideLayout3.xml"/><Relationship Id="rId11" Type="http://schemas.openxmlformats.org/officeDocument/2006/relationships/slideLayout" Target="../slideLayouts/slideLayout4.xml"/><Relationship Id="rId12" Type="http://schemas.openxmlformats.org/officeDocument/2006/relationships/slideLayout" Target="../slideLayouts/slideLayout5.xml"/><Relationship Id="rId13" Type="http://schemas.openxmlformats.org/officeDocument/2006/relationships/slideLayout" Target="../slideLayouts/slideLayout6.xml"/><Relationship Id="rId14" Type="http://schemas.openxmlformats.org/officeDocument/2006/relationships/slideLayout" Target="../slideLayouts/slideLayout7.xml"/><Relationship Id="rId15" Type="http://schemas.openxmlformats.org/officeDocument/2006/relationships/slideLayout" Target="../slideLayouts/slideLayout8.xml"/><Relationship Id="rId16" Type="http://schemas.openxmlformats.org/officeDocument/2006/relationships/slideLayout" Target="../slideLayouts/slideLayout9.xml"/><Relationship Id="rId17" Type="http://schemas.openxmlformats.org/officeDocument/2006/relationships/slideLayout" Target="../slideLayouts/slideLayout10.xml"/><Relationship Id="rId18" Type="http://schemas.openxmlformats.org/officeDocument/2006/relationships/slideLayout" Target="../slideLayouts/slideLayout11.xml"/><Relationship Id="rId19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7.jpe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Relationship Id="rId9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rafik 2" descr=""/>
          <p:cNvPicPr/>
          <p:nvPr/>
        </p:nvPicPr>
        <p:blipFill>
          <a:blip r:embed="rId2"/>
          <a:srcRect l="0" t="0" r="7917" b="0"/>
          <a:stretch/>
        </p:blipFill>
        <p:spPr>
          <a:xfrm>
            <a:off x="323640" y="339120"/>
            <a:ext cx="8784720" cy="6360120"/>
          </a:xfrm>
          <a:prstGeom prst="rect">
            <a:avLst/>
          </a:prstGeom>
          <a:ln>
            <a:noFill/>
          </a:ln>
        </p:spPr>
      </p:pic>
      <p:pic>
        <p:nvPicPr>
          <p:cNvPr id="1" name="Picture 7" descr="UNI_KLU_powerpoints-2"/>
          <p:cNvPicPr/>
          <p:nvPr/>
        </p:nvPicPr>
        <p:blipFill>
          <a:blip r:embed="rId3"/>
          <a:srcRect l="0" t="95841" r="0" b="0"/>
          <a:stretch/>
        </p:blipFill>
        <p:spPr>
          <a:xfrm>
            <a:off x="0" y="6597720"/>
            <a:ext cx="9143640" cy="259920"/>
          </a:xfrm>
          <a:prstGeom prst="rect">
            <a:avLst/>
          </a:prstGeom>
          <a:ln>
            <a:noFill/>
          </a:ln>
        </p:spPr>
      </p:pic>
      <p:pic>
        <p:nvPicPr>
          <p:cNvPr id="2" name="Grafik 6" descr=""/>
          <p:cNvPicPr/>
          <p:nvPr/>
        </p:nvPicPr>
        <p:blipFill>
          <a:blip r:embed="rId4"/>
          <a:stretch/>
        </p:blipFill>
        <p:spPr>
          <a:xfrm>
            <a:off x="7093080" y="6158520"/>
            <a:ext cx="1485720" cy="403560"/>
          </a:xfrm>
          <a:prstGeom prst="rect">
            <a:avLst/>
          </a:prstGeom>
          <a:ln>
            <a:noFill/>
          </a:ln>
        </p:spPr>
      </p:pic>
      <p:sp>
        <p:nvSpPr>
          <p:cNvPr id="3" name="CustomShape 1"/>
          <p:cNvSpPr/>
          <p:nvPr/>
        </p:nvSpPr>
        <p:spPr>
          <a:xfrm>
            <a:off x="-468360" y="-316080"/>
            <a:ext cx="9793080" cy="7173720"/>
          </a:xfrm>
          <a:prstGeom prst="rect">
            <a:avLst/>
          </a:prstGeom>
          <a:solidFill>
            <a:srgbClr val="346c83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4" name="Grafik 8" descr="AAU_www_Logo_weiß.png"/>
          <p:cNvPicPr/>
          <p:nvPr/>
        </p:nvPicPr>
        <p:blipFill>
          <a:blip r:embed="rId5"/>
          <a:stretch/>
        </p:blipFill>
        <p:spPr>
          <a:xfrm>
            <a:off x="7308720" y="6165720"/>
            <a:ext cx="1201320" cy="309240"/>
          </a:xfrm>
          <a:prstGeom prst="rect">
            <a:avLst/>
          </a:prstGeom>
          <a:ln>
            <a:noFill/>
          </a:ln>
        </p:spPr>
      </p:pic>
      <p:pic>
        <p:nvPicPr>
          <p:cNvPr id="5" name="Grafik 9" descr=""/>
          <p:cNvPicPr/>
          <p:nvPr/>
        </p:nvPicPr>
        <p:blipFill>
          <a:blip r:embed="rId6"/>
          <a:stretch/>
        </p:blipFill>
        <p:spPr>
          <a:xfrm>
            <a:off x="6660000" y="333720"/>
            <a:ext cx="1814040" cy="515160"/>
          </a:xfrm>
          <a:prstGeom prst="rect">
            <a:avLst/>
          </a:prstGeom>
          <a:ln>
            <a:noFill/>
          </a:ln>
        </p:spPr>
      </p:pic>
      <p:pic>
        <p:nvPicPr>
          <p:cNvPr id="6" name="Picture 7" descr="UNI_KLU_powerpoints-2"/>
          <p:cNvPicPr/>
          <p:nvPr/>
        </p:nvPicPr>
        <p:blipFill>
          <a:blip r:embed="rId7"/>
          <a:srcRect l="0" t="95841" r="0" b="0"/>
          <a:stretch/>
        </p:blipFill>
        <p:spPr>
          <a:xfrm>
            <a:off x="-457200" y="6597720"/>
            <a:ext cx="9774000" cy="259920"/>
          </a:xfrm>
          <a:prstGeom prst="rect">
            <a:avLst/>
          </a:prstGeom>
          <a:ln>
            <a:noFill/>
          </a:ln>
        </p:spPr>
      </p:pic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r>
              <a:rPr b="0" lang="de-DE" sz="24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de-DE" sz="24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de-DE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800" spc="-1" strike="noStrike">
                <a:solidFill>
                  <a:srgbClr val="000000"/>
                </a:solidFill>
                <a:latin typeface="Candara"/>
              </a:rPr>
              <a:t>Click to edit the outline text format</a:t>
            </a:r>
            <a:endParaRPr b="0" lang="de-DE" sz="2800" spc="-1" strike="noStrike">
              <a:solidFill>
                <a:srgbClr val="000000"/>
              </a:solidFill>
              <a:latin typeface="Candara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Candara"/>
              </a:rPr>
              <a:t>Second Outline Level</a:t>
            </a:r>
            <a:endParaRPr b="0" lang="de-DE" sz="2000" spc="-1" strike="noStrike">
              <a:solidFill>
                <a:srgbClr val="000000"/>
              </a:solidFill>
              <a:latin typeface="Candara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Candara"/>
              </a:rPr>
              <a:t>Third Outline Level</a:t>
            </a:r>
            <a:endParaRPr b="0" lang="de-DE" sz="2000" spc="-1" strike="noStrike">
              <a:solidFill>
                <a:srgbClr val="000000"/>
              </a:solidFill>
              <a:latin typeface="Candara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de-DE" sz="2000" spc="-1" strike="noStrike">
                <a:solidFill>
                  <a:srgbClr val="000000"/>
                </a:solidFill>
                <a:latin typeface="Candara"/>
              </a:rPr>
              <a:t>Fourth Outline Level</a:t>
            </a:r>
            <a:endParaRPr b="0" lang="de-DE" sz="2000" spc="-1" strike="noStrike">
              <a:solidFill>
                <a:srgbClr val="000000"/>
              </a:solidFill>
              <a:latin typeface="Candara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Candara"/>
              </a:rPr>
              <a:t>Fifth Outline Level</a:t>
            </a:r>
            <a:endParaRPr b="0" lang="de-DE" sz="2000" spc="-1" strike="noStrike">
              <a:solidFill>
                <a:srgbClr val="000000"/>
              </a:solidFill>
              <a:latin typeface="Candara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Candara"/>
              </a:rPr>
              <a:t>Sixth Outline Level</a:t>
            </a:r>
            <a:endParaRPr b="0" lang="de-DE" sz="2000" spc="-1" strike="noStrike">
              <a:solidFill>
                <a:srgbClr val="000000"/>
              </a:solidFill>
              <a:latin typeface="Candara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de-DE" sz="2000" spc="-1" strike="noStrike">
                <a:solidFill>
                  <a:srgbClr val="000000"/>
                </a:solidFill>
                <a:latin typeface="Candara"/>
              </a:rPr>
              <a:t>Seventh Outline Level</a:t>
            </a:r>
            <a:endParaRPr b="0" lang="de-DE" sz="20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8"/>
    <p:sldLayoutId id="2147483650" r:id="rId9"/>
    <p:sldLayoutId id="2147483651" r:id="rId10"/>
    <p:sldLayoutId id="2147483652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  <p:sldLayoutId id="2147483659" r:id="rId18"/>
    <p:sldLayoutId id="2147483660" r:id="rId19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rafik 2" descr=""/>
          <p:cNvPicPr/>
          <p:nvPr/>
        </p:nvPicPr>
        <p:blipFill>
          <a:blip r:embed="rId2"/>
          <a:srcRect l="0" t="0" r="7917" b="0"/>
          <a:stretch/>
        </p:blipFill>
        <p:spPr>
          <a:xfrm>
            <a:off x="323640" y="339120"/>
            <a:ext cx="8784720" cy="6360120"/>
          </a:xfrm>
          <a:prstGeom prst="rect">
            <a:avLst/>
          </a:prstGeom>
          <a:ln>
            <a:noFill/>
          </a:ln>
        </p:spPr>
      </p:pic>
      <p:pic>
        <p:nvPicPr>
          <p:cNvPr id="46" name="Picture 7" descr="UNI_KLU_powerpoints-2"/>
          <p:cNvPicPr/>
          <p:nvPr/>
        </p:nvPicPr>
        <p:blipFill>
          <a:blip r:embed="rId3"/>
          <a:srcRect l="0" t="95841" r="0" b="0"/>
          <a:stretch/>
        </p:blipFill>
        <p:spPr>
          <a:xfrm>
            <a:off x="0" y="6597720"/>
            <a:ext cx="9143640" cy="259920"/>
          </a:xfrm>
          <a:prstGeom prst="rect">
            <a:avLst/>
          </a:prstGeom>
          <a:ln>
            <a:noFill/>
          </a:ln>
        </p:spPr>
      </p:pic>
      <p:pic>
        <p:nvPicPr>
          <p:cNvPr id="47" name="Grafik 6" descr=""/>
          <p:cNvPicPr/>
          <p:nvPr/>
        </p:nvPicPr>
        <p:blipFill>
          <a:blip r:embed="rId4"/>
          <a:stretch/>
        </p:blipFill>
        <p:spPr>
          <a:xfrm>
            <a:off x="7093080" y="6158520"/>
            <a:ext cx="1485720" cy="403560"/>
          </a:xfrm>
          <a:prstGeom prst="rect">
            <a:avLst/>
          </a:prstGeom>
          <a:ln>
            <a:noFill/>
          </a:ln>
        </p:spPr>
      </p:pic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</p:spPr>
        <p:txBody>
          <a:bodyPr anchor="b">
            <a:noAutofit/>
          </a:bodyPr>
          <a:p>
            <a:pPr>
              <a:lnSpc>
                <a:spcPct val="100000"/>
              </a:lnSpc>
            </a:pP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T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i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t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e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l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m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a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s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t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e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r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f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o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r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m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a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t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 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d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u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r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c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h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 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K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l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i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c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k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e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n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 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b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e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a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r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b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e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i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t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e</a:t>
            </a:r>
            <a:r>
              <a:rPr b="1" lang="de-DE" sz="2000" spc="-1" strike="noStrike">
                <a:solidFill>
                  <a:srgbClr val="000000"/>
                </a:solidFill>
                <a:latin typeface="Candara"/>
              </a:rPr>
              <a:t>n</a:t>
            </a:r>
            <a:endParaRPr b="0" lang="de-DE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</p:spPr>
        <p:txBody>
          <a:bodyPr lIns="90000" rIns="90000" tIns="45000" bIns="45000">
            <a:noAutofit/>
          </a:bodyPr>
          <a:p>
            <a:pPr marL="432000" indent="-324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3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Bild durch Klicken auf Symbol hinzufügen</a:t>
            </a:r>
            <a:endParaRPr b="0" lang="de-DE" sz="3200" spc="-1" strike="noStrike">
              <a:solidFill>
                <a:srgbClr val="000000"/>
              </a:solidFill>
              <a:latin typeface="Candara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</p:spPr>
        <p:txBody>
          <a:bodyPr>
            <a:noAutofit/>
          </a:bodyPr>
          <a:p>
            <a:pPr>
              <a:lnSpc>
                <a:spcPct val="100000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de-DE" sz="1400" spc="-1" strike="noStrike">
                <a:solidFill>
                  <a:srgbClr val="000000"/>
                </a:solidFill>
                <a:latin typeface="Candara"/>
              </a:rPr>
              <a:t>Textmasterformat bearbeiten</a:t>
            </a:r>
            <a:endParaRPr b="0" lang="de-DE" sz="1400" spc="-1" strike="noStrike">
              <a:solidFill>
                <a:srgbClr val="000000"/>
              </a:solidFill>
              <a:latin typeface="Candar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835920" y="413640"/>
            <a:ext cx="8195400" cy="45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8" name="CustomShape 2"/>
          <p:cNvSpPr/>
          <p:nvPr/>
        </p:nvSpPr>
        <p:spPr>
          <a:xfrm>
            <a:off x="1974960" y="3956760"/>
            <a:ext cx="6054120" cy="701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>
            <a:spAutoFit/>
          </a:bodyPr>
          <a:p>
            <a:pPr marL="343080" indent="-34272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2400" spc="-1" strike="noStrike">
              <a:latin typeface="Arial"/>
            </a:endParaRPr>
          </a:p>
        </p:txBody>
      </p:sp>
      <p:sp>
        <p:nvSpPr>
          <p:cNvPr id="89" name="TextShape 3"/>
          <p:cNvSpPr txBox="1"/>
          <p:nvPr/>
        </p:nvSpPr>
        <p:spPr>
          <a:xfrm>
            <a:off x="218520" y="72360"/>
            <a:ext cx="8767080" cy="45684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Towards 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Self-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Awareness 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in Multi-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Robot </a:t>
            </a:r>
            <a:r>
              <a:rPr b="1" lang="en-US" sz="2800" spc="-1" strike="noStrike">
                <a:solidFill>
                  <a:srgbClr val="000000"/>
                </a:solidFill>
                <a:latin typeface="Calibri"/>
              </a:rPr>
              <a:t>Systems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90" name="TextShape 4"/>
          <p:cNvSpPr txBox="1"/>
          <p:nvPr/>
        </p:nvSpPr>
        <p:spPr>
          <a:xfrm>
            <a:off x="-49680" y="3652200"/>
            <a:ext cx="1834200" cy="6483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US" sz="2200" spc="-1" strike="noStrike">
                <a:solidFill>
                  <a:srgbClr val="729fcf"/>
                </a:solidFill>
                <a:latin typeface="Calibri"/>
              </a:rPr>
              <a:t>Fram</a:t>
            </a:r>
            <a:r>
              <a:rPr b="1" lang="en-US" sz="2200" spc="-1" strike="noStrike">
                <a:solidFill>
                  <a:srgbClr val="729fcf"/>
                </a:solidFill>
                <a:latin typeface="Calibri"/>
              </a:rPr>
              <a:t>ewor</a:t>
            </a:r>
            <a:r>
              <a:rPr b="1" lang="en-US" sz="2200" spc="-1" strike="noStrike">
                <a:solidFill>
                  <a:srgbClr val="729fcf"/>
                </a:solidFill>
                <a:latin typeface="Calibri"/>
              </a:rPr>
              <a:t>k</a:t>
            </a:r>
            <a:endParaRPr b="0" lang="en-US" sz="2200" spc="-1" strike="noStrike">
              <a:solidFill>
                <a:srgbClr val="729fcf"/>
              </a:solidFill>
              <a:latin typeface="Arial"/>
            </a:endParaRPr>
          </a:p>
        </p:txBody>
      </p:sp>
      <p:grpSp>
        <p:nvGrpSpPr>
          <p:cNvPr id="91" name="Group 5"/>
          <p:cNvGrpSpPr/>
          <p:nvPr/>
        </p:nvGrpSpPr>
        <p:grpSpPr>
          <a:xfrm>
            <a:off x="1562400" y="703440"/>
            <a:ext cx="7292880" cy="2915280"/>
            <a:chOff x="1562400" y="703440"/>
            <a:chExt cx="7292880" cy="2915280"/>
          </a:xfrm>
        </p:grpSpPr>
        <p:sp>
          <p:nvSpPr>
            <p:cNvPr id="92" name="CustomShape 6"/>
            <p:cNvSpPr/>
            <p:nvPr/>
          </p:nvSpPr>
          <p:spPr>
            <a:xfrm>
              <a:off x="6024600" y="2555640"/>
              <a:ext cx="880560" cy="272880"/>
            </a:xfrm>
            <a:custGeom>
              <a:avLst/>
              <a:gdLst/>
              <a:ahLst/>
              <a:rect l="0" t="0" r="r" b="b"/>
              <a:pathLst>
                <a:path w="2448" h="760">
                  <a:moveTo>
                    <a:pt x="55" y="0"/>
                  </a:moveTo>
                  <a:lnTo>
                    <a:pt x="56" y="0"/>
                  </a:lnTo>
                  <a:cubicBezTo>
                    <a:pt x="46" y="0"/>
                    <a:pt x="36" y="3"/>
                    <a:pt x="28" y="7"/>
                  </a:cubicBezTo>
                  <a:cubicBezTo>
                    <a:pt x="19" y="12"/>
                    <a:pt x="12" y="19"/>
                    <a:pt x="7" y="28"/>
                  </a:cubicBezTo>
                  <a:cubicBezTo>
                    <a:pt x="3" y="36"/>
                    <a:pt x="0" y="46"/>
                    <a:pt x="0" y="56"/>
                  </a:cubicBezTo>
                  <a:lnTo>
                    <a:pt x="0" y="703"/>
                  </a:lnTo>
                  <a:lnTo>
                    <a:pt x="0" y="703"/>
                  </a:lnTo>
                  <a:cubicBezTo>
                    <a:pt x="0" y="713"/>
                    <a:pt x="3" y="723"/>
                    <a:pt x="7" y="731"/>
                  </a:cubicBezTo>
                  <a:cubicBezTo>
                    <a:pt x="12" y="740"/>
                    <a:pt x="19" y="747"/>
                    <a:pt x="28" y="752"/>
                  </a:cubicBezTo>
                  <a:cubicBezTo>
                    <a:pt x="36" y="756"/>
                    <a:pt x="46" y="759"/>
                    <a:pt x="56" y="759"/>
                  </a:cubicBezTo>
                  <a:lnTo>
                    <a:pt x="2391" y="758"/>
                  </a:lnTo>
                  <a:lnTo>
                    <a:pt x="2391" y="759"/>
                  </a:lnTo>
                  <a:cubicBezTo>
                    <a:pt x="2401" y="759"/>
                    <a:pt x="2411" y="756"/>
                    <a:pt x="2419" y="752"/>
                  </a:cubicBezTo>
                  <a:cubicBezTo>
                    <a:pt x="2428" y="747"/>
                    <a:pt x="2435" y="740"/>
                    <a:pt x="2440" y="731"/>
                  </a:cubicBezTo>
                  <a:cubicBezTo>
                    <a:pt x="2444" y="723"/>
                    <a:pt x="2447" y="713"/>
                    <a:pt x="2447" y="703"/>
                  </a:cubicBezTo>
                  <a:lnTo>
                    <a:pt x="2447" y="55"/>
                  </a:lnTo>
                  <a:lnTo>
                    <a:pt x="2447" y="56"/>
                  </a:lnTo>
                  <a:lnTo>
                    <a:pt x="2447" y="56"/>
                  </a:lnTo>
                  <a:cubicBezTo>
                    <a:pt x="2447" y="46"/>
                    <a:pt x="2444" y="36"/>
                    <a:pt x="2440" y="28"/>
                  </a:cubicBezTo>
                  <a:cubicBezTo>
                    <a:pt x="2435" y="19"/>
                    <a:pt x="2428" y="12"/>
                    <a:pt x="2419" y="7"/>
                  </a:cubicBezTo>
                  <a:cubicBezTo>
                    <a:pt x="2411" y="3"/>
                    <a:pt x="2401" y="0"/>
                    <a:pt x="2391" y="0"/>
                  </a:cubicBezTo>
                  <a:lnTo>
                    <a:pt x="55" y="0"/>
                  </a:lnTo>
                </a:path>
              </a:pathLst>
            </a:custGeom>
            <a:solidFill>
              <a:srgbClr val="729fcf"/>
            </a:solidFill>
            <a:ln w="9000">
              <a:solidFill>
                <a:srgbClr val="3465a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4320" rIns="94320" tIns="49320" bIns="49320" anchor="ctr">
              <a:noAutofit/>
            </a:bodyPr>
            <a:p>
              <a:pPr algn="ctr"/>
              <a:r>
                <a:rPr b="1" lang="en-US" sz="1200" spc="-1" strike="noStrike">
                  <a:solidFill>
                    <a:srgbClr val="ffffff"/>
                  </a:solidFill>
                  <a:latin typeface="Arial"/>
                </a:rPr>
                <a:t>LI</a:t>
              </a:r>
              <a:r>
                <a:rPr b="1" lang="en-US" sz="1200" spc="-1" strike="noStrike">
                  <a:solidFill>
                    <a:srgbClr val="ffffff"/>
                  </a:solidFill>
                  <a:latin typeface="Arial"/>
                </a:rPr>
                <a:t>D</a:t>
              </a:r>
              <a:r>
                <a:rPr b="1" lang="en-US" sz="1200" spc="-1" strike="noStrike">
                  <a:solidFill>
                    <a:srgbClr val="ffffff"/>
                  </a:solidFill>
                  <a:latin typeface="Arial"/>
                </a:rPr>
                <a:t>A</a:t>
              </a:r>
              <a:r>
                <a:rPr b="1" lang="en-US" sz="1200" spc="-1" strike="noStrike">
                  <a:solidFill>
                    <a:srgbClr val="ffffff"/>
                  </a:solidFill>
                  <a:latin typeface="Arial"/>
                </a:rPr>
                <a:t>R</a:t>
              </a:r>
              <a:endParaRPr b="1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3" name="CustomShape 7"/>
            <p:cNvSpPr/>
            <p:nvPr/>
          </p:nvSpPr>
          <p:spPr>
            <a:xfrm>
              <a:off x="5699880" y="944280"/>
              <a:ext cx="952920" cy="273240"/>
            </a:xfrm>
            <a:custGeom>
              <a:avLst/>
              <a:gdLst/>
              <a:ahLst/>
              <a:rect l="0" t="0" r="r" b="b"/>
              <a:pathLst>
                <a:path w="2649" h="761">
                  <a:moveTo>
                    <a:pt x="56" y="0"/>
                  </a:moveTo>
                  <a:lnTo>
                    <a:pt x="56" y="0"/>
                  </a:lnTo>
                  <a:cubicBezTo>
                    <a:pt x="46" y="0"/>
                    <a:pt x="37" y="3"/>
                    <a:pt x="28" y="8"/>
                  </a:cubicBezTo>
                  <a:cubicBezTo>
                    <a:pt x="20" y="12"/>
                    <a:pt x="12" y="20"/>
                    <a:pt x="8" y="28"/>
                  </a:cubicBezTo>
                  <a:cubicBezTo>
                    <a:pt x="3" y="37"/>
                    <a:pt x="0" y="46"/>
                    <a:pt x="0" y="56"/>
                  </a:cubicBezTo>
                  <a:lnTo>
                    <a:pt x="0" y="703"/>
                  </a:lnTo>
                  <a:lnTo>
                    <a:pt x="0" y="704"/>
                  </a:lnTo>
                  <a:cubicBezTo>
                    <a:pt x="0" y="714"/>
                    <a:pt x="3" y="723"/>
                    <a:pt x="8" y="732"/>
                  </a:cubicBezTo>
                  <a:cubicBezTo>
                    <a:pt x="12" y="740"/>
                    <a:pt x="20" y="748"/>
                    <a:pt x="28" y="752"/>
                  </a:cubicBezTo>
                  <a:cubicBezTo>
                    <a:pt x="37" y="757"/>
                    <a:pt x="46" y="760"/>
                    <a:pt x="56" y="760"/>
                  </a:cubicBezTo>
                  <a:lnTo>
                    <a:pt x="2591" y="760"/>
                  </a:lnTo>
                  <a:lnTo>
                    <a:pt x="2592" y="760"/>
                  </a:lnTo>
                  <a:cubicBezTo>
                    <a:pt x="2602" y="760"/>
                    <a:pt x="2611" y="757"/>
                    <a:pt x="2620" y="752"/>
                  </a:cubicBezTo>
                  <a:cubicBezTo>
                    <a:pt x="2628" y="748"/>
                    <a:pt x="2636" y="740"/>
                    <a:pt x="2640" y="732"/>
                  </a:cubicBezTo>
                  <a:cubicBezTo>
                    <a:pt x="2645" y="723"/>
                    <a:pt x="2648" y="714"/>
                    <a:pt x="2648" y="704"/>
                  </a:cubicBezTo>
                  <a:lnTo>
                    <a:pt x="2647" y="56"/>
                  </a:lnTo>
                  <a:lnTo>
                    <a:pt x="2648" y="56"/>
                  </a:lnTo>
                  <a:lnTo>
                    <a:pt x="2648" y="56"/>
                  </a:lnTo>
                  <a:cubicBezTo>
                    <a:pt x="2648" y="46"/>
                    <a:pt x="2645" y="37"/>
                    <a:pt x="2640" y="28"/>
                  </a:cubicBezTo>
                  <a:cubicBezTo>
                    <a:pt x="2636" y="20"/>
                    <a:pt x="2628" y="12"/>
                    <a:pt x="2620" y="8"/>
                  </a:cubicBezTo>
                  <a:cubicBezTo>
                    <a:pt x="2611" y="3"/>
                    <a:pt x="2602" y="0"/>
                    <a:pt x="2592" y="0"/>
                  </a:cubicBezTo>
                  <a:lnTo>
                    <a:pt x="56" y="0"/>
                  </a:lnTo>
                </a:path>
              </a:pathLst>
            </a:custGeom>
            <a:solidFill>
              <a:srgbClr val="00aaad"/>
            </a:solidFill>
            <a:ln w="9000">
              <a:solidFill>
                <a:srgbClr val="00888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4320" rIns="94320" tIns="49320" bIns="49320" anchor="ctr">
              <a:noAutofit/>
            </a:bodyPr>
            <a:p>
              <a:pPr algn="ctr"/>
              <a:r>
                <a:rPr b="1" lang="en-US" sz="1200" spc="-1" strike="noStrike">
                  <a:solidFill>
                    <a:srgbClr val="ffffff"/>
                  </a:solidFill>
                  <a:latin typeface="Arial"/>
                </a:rPr>
                <a:t>GPS</a:t>
              </a:r>
              <a:endParaRPr b="1" lang="en-US" sz="1200" spc="-1" strike="noStrike">
                <a:solidFill>
                  <a:srgbClr val="ffffff"/>
                </a:solidFill>
                <a:latin typeface="Arial"/>
              </a:endParaRPr>
            </a:p>
          </p:txBody>
        </p:sp>
        <p:grpSp>
          <p:nvGrpSpPr>
            <p:cNvPr id="94" name="Group 8"/>
            <p:cNvGrpSpPr/>
            <p:nvPr/>
          </p:nvGrpSpPr>
          <p:grpSpPr>
            <a:xfrm>
              <a:off x="5006160" y="1857600"/>
              <a:ext cx="764640" cy="472680"/>
              <a:chOff x="5006160" y="1857600"/>
              <a:chExt cx="764640" cy="472680"/>
            </a:xfrm>
          </p:grpSpPr>
          <p:grpSp>
            <p:nvGrpSpPr>
              <p:cNvPr id="95" name="Group 9"/>
              <p:cNvGrpSpPr/>
              <p:nvPr/>
            </p:nvGrpSpPr>
            <p:grpSpPr>
              <a:xfrm>
                <a:off x="5006160" y="1857600"/>
                <a:ext cx="764640" cy="472680"/>
                <a:chOff x="5006160" y="1857600"/>
                <a:chExt cx="764640" cy="472680"/>
              </a:xfrm>
            </p:grpSpPr>
            <p:sp>
              <p:nvSpPr>
                <p:cNvPr id="96" name="Freeform 10"/>
                <p:cNvSpPr/>
                <p:nvPr/>
              </p:nvSpPr>
              <p:spPr>
                <a:xfrm>
                  <a:off x="5242680" y="1857600"/>
                  <a:ext cx="291600" cy="236520"/>
                </a:xfrm>
                <a:custGeom>
                  <a:avLst/>
                  <a:gdLst/>
                  <a:ahLst/>
                  <a:rect l="0" t="0" r="r" b="b"/>
                  <a:pathLst>
                    <a:path w="810" h="657">
                      <a:moveTo>
                        <a:pt x="809" y="203"/>
                      </a:moveTo>
                      <a:cubicBezTo>
                        <a:pt x="799" y="202"/>
                        <a:pt x="792" y="202"/>
                        <a:pt x="783" y="202"/>
                      </a:cubicBezTo>
                      <a:cubicBezTo>
                        <a:pt x="711" y="202"/>
                        <a:pt x="656" y="257"/>
                        <a:pt x="656" y="328"/>
                      </a:cubicBezTo>
                      <a:cubicBezTo>
                        <a:pt x="656" y="399"/>
                        <a:pt x="711" y="454"/>
                        <a:pt x="783" y="454"/>
                      </a:cubicBezTo>
                      <a:cubicBezTo>
                        <a:pt x="792" y="454"/>
                        <a:pt x="799" y="454"/>
                        <a:pt x="809" y="453"/>
                      </a:cubicBezTo>
                      <a:lnTo>
                        <a:pt x="809" y="656"/>
                      </a:lnTo>
                      <a:lnTo>
                        <a:pt x="152" y="656"/>
                      </a:lnTo>
                      <a:lnTo>
                        <a:pt x="152" y="453"/>
                      </a:lnTo>
                      <a:lnTo>
                        <a:pt x="146" y="454"/>
                      </a:lnTo>
                      <a:lnTo>
                        <a:pt x="139" y="454"/>
                      </a:lnTo>
                      <a:lnTo>
                        <a:pt x="132" y="454"/>
                      </a:lnTo>
                      <a:lnTo>
                        <a:pt x="126" y="454"/>
                      </a:lnTo>
                      <a:lnTo>
                        <a:pt x="112" y="454"/>
                      </a:lnTo>
                      <a:lnTo>
                        <a:pt x="100" y="453"/>
                      </a:lnTo>
                      <a:lnTo>
                        <a:pt x="88" y="450"/>
                      </a:lnTo>
                      <a:lnTo>
                        <a:pt x="76" y="445"/>
                      </a:lnTo>
                      <a:lnTo>
                        <a:pt x="65" y="441"/>
                      </a:lnTo>
                      <a:lnTo>
                        <a:pt x="54" y="433"/>
                      </a:lnTo>
                      <a:lnTo>
                        <a:pt x="45" y="427"/>
                      </a:lnTo>
                      <a:lnTo>
                        <a:pt x="36" y="419"/>
                      </a:lnTo>
                      <a:lnTo>
                        <a:pt x="28" y="410"/>
                      </a:lnTo>
                      <a:lnTo>
                        <a:pt x="21" y="399"/>
                      </a:lnTo>
                      <a:lnTo>
                        <a:pt x="15" y="389"/>
                      </a:lnTo>
                      <a:lnTo>
                        <a:pt x="9" y="378"/>
                      </a:lnTo>
                      <a:lnTo>
                        <a:pt x="6" y="366"/>
                      </a:lnTo>
                      <a:lnTo>
                        <a:pt x="3" y="354"/>
                      </a:lnTo>
                      <a:lnTo>
                        <a:pt x="1" y="342"/>
                      </a:lnTo>
                      <a:lnTo>
                        <a:pt x="0" y="328"/>
                      </a:lnTo>
                      <a:lnTo>
                        <a:pt x="1" y="314"/>
                      </a:lnTo>
                      <a:lnTo>
                        <a:pt x="3" y="302"/>
                      </a:lnTo>
                      <a:lnTo>
                        <a:pt x="6" y="290"/>
                      </a:lnTo>
                      <a:lnTo>
                        <a:pt x="9" y="278"/>
                      </a:lnTo>
                      <a:lnTo>
                        <a:pt x="15" y="267"/>
                      </a:lnTo>
                      <a:lnTo>
                        <a:pt x="21" y="257"/>
                      </a:lnTo>
                      <a:lnTo>
                        <a:pt x="28" y="247"/>
                      </a:lnTo>
                      <a:lnTo>
                        <a:pt x="36" y="238"/>
                      </a:lnTo>
                      <a:lnTo>
                        <a:pt x="45" y="231"/>
                      </a:lnTo>
                      <a:lnTo>
                        <a:pt x="54" y="223"/>
                      </a:lnTo>
                      <a:lnTo>
                        <a:pt x="65" y="217"/>
                      </a:lnTo>
                      <a:lnTo>
                        <a:pt x="76" y="211"/>
                      </a:lnTo>
                      <a:lnTo>
                        <a:pt x="88" y="208"/>
                      </a:lnTo>
                      <a:lnTo>
                        <a:pt x="100" y="205"/>
                      </a:lnTo>
                      <a:lnTo>
                        <a:pt x="112" y="203"/>
                      </a:lnTo>
                      <a:lnTo>
                        <a:pt x="126" y="202"/>
                      </a:lnTo>
                      <a:lnTo>
                        <a:pt x="132" y="202"/>
                      </a:lnTo>
                      <a:lnTo>
                        <a:pt x="139" y="203"/>
                      </a:lnTo>
                      <a:lnTo>
                        <a:pt x="146" y="203"/>
                      </a:lnTo>
                      <a:lnTo>
                        <a:pt x="152" y="205"/>
                      </a:lnTo>
                      <a:lnTo>
                        <a:pt x="152" y="0"/>
                      </a:lnTo>
                      <a:lnTo>
                        <a:pt x="809" y="0"/>
                      </a:lnTo>
                      <a:lnTo>
                        <a:pt x="809" y="203"/>
                      </a:lnTo>
                      <a:close/>
                    </a:path>
                  </a:pathLst>
                </a:cu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</p:sp>
            <p:sp>
              <p:nvSpPr>
                <p:cNvPr id="97" name="Freeform 11"/>
                <p:cNvSpPr/>
                <p:nvPr/>
              </p:nvSpPr>
              <p:spPr>
                <a:xfrm>
                  <a:off x="5479560" y="1857600"/>
                  <a:ext cx="291600" cy="236520"/>
                </a:xfrm>
                <a:custGeom>
                  <a:avLst/>
                  <a:gdLst/>
                  <a:ahLst/>
                  <a:rect l="0" t="0" r="r" b="b"/>
                  <a:pathLst>
                    <a:path w="810" h="657">
                      <a:moveTo>
                        <a:pt x="809" y="203"/>
                      </a:moveTo>
                      <a:cubicBezTo>
                        <a:pt x="800" y="202"/>
                        <a:pt x="792" y="202"/>
                        <a:pt x="783" y="202"/>
                      </a:cubicBezTo>
                      <a:cubicBezTo>
                        <a:pt x="712" y="202"/>
                        <a:pt x="657" y="257"/>
                        <a:pt x="657" y="328"/>
                      </a:cubicBezTo>
                      <a:cubicBezTo>
                        <a:pt x="657" y="399"/>
                        <a:pt x="712" y="454"/>
                        <a:pt x="783" y="454"/>
                      </a:cubicBezTo>
                      <a:cubicBezTo>
                        <a:pt x="792" y="454"/>
                        <a:pt x="800" y="454"/>
                        <a:pt x="809" y="453"/>
                      </a:cubicBezTo>
                      <a:lnTo>
                        <a:pt x="809" y="656"/>
                      </a:lnTo>
                      <a:lnTo>
                        <a:pt x="152" y="656"/>
                      </a:lnTo>
                      <a:lnTo>
                        <a:pt x="152" y="453"/>
                      </a:lnTo>
                      <a:lnTo>
                        <a:pt x="146" y="454"/>
                      </a:lnTo>
                      <a:lnTo>
                        <a:pt x="140" y="454"/>
                      </a:lnTo>
                      <a:lnTo>
                        <a:pt x="132" y="454"/>
                      </a:lnTo>
                      <a:lnTo>
                        <a:pt x="126" y="454"/>
                      </a:lnTo>
                      <a:lnTo>
                        <a:pt x="112" y="454"/>
                      </a:lnTo>
                      <a:lnTo>
                        <a:pt x="100" y="453"/>
                      </a:lnTo>
                      <a:lnTo>
                        <a:pt x="88" y="450"/>
                      </a:lnTo>
                      <a:lnTo>
                        <a:pt x="76" y="445"/>
                      </a:lnTo>
                      <a:lnTo>
                        <a:pt x="65" y="441"/>
                      </a:lnTo>
                      <a:lnTo>
                        <a:pt x="55" y="433"/>
                      </a:lnTo>
                      <a:lnTo>
                        <a:pt x="46" y="427"/>
                      </a:lnTo>
                      <a:lnTo>
                        <a:pt x="36" y="419"/>
                      </a:lnTo>
                      <a:lnTo>
                        <a:pt x="29" y="410"/>
                      </a:lnTo>
                      <a:lnTo>
                        <a:pt x="21" y="399"/>
                      </a:lnTo>
                      <a:lnTo>
                        <a:pt x="15" y="389"/>
                      </a:lnTo>
                      <a:lnTo>
                        <a:pt x="9" y="378"/>
                      </a:lnTo>
                      <a:lnTo>
                        <a:pt x="6" y="366"/>
                      </a:lnTo>
                      <a:lnTo>
                        <a:pt x="3" y="354"/>
                      </a:lnTo>
                      <a:lnTo>
                        <a:pt x="1" y="342"/>
                      </a:lnTo>
                      <a:lnTo>
                        <a:pt x="0" y="328"/>
                      </a:lnTo>
                      <a:lnTo>
                        <a:pt x="1" y="314"/>
                      </a:lnTo>
                      <a:lnTo>
                        <a:pt x="3" y="302"/>
                      </a:lnTo>
                      <a:lnTo>
                        <a:pt x="6" y="290"/>
                      </a:lnTo>
                      <a:lnTo>
                        <a:pt x="9" y="278"/>
                      </a:lnTo>
                      <a:lnTo>
                        <a:pt x="15" y="267"/>
                      </a:lnTo>
                      <a:lnTo>
                        <a:pt x="21" y="257"/>
                      </a:lnTo>
                      <a:lnTo>
                        <a:pt x="29" y="247"/>
                      </a:lnTo>
                      <a:lnTo>
                        <a:pt x="36" y="238"/>
                      </a:lnTo>
                      <a:lnTo>
                        <a:pt x="46" y="231"/>
                      </a:lnTo>
                      <a:lnTo>
                        <a:pt x="55" y="223"/>
                      </a:lnTo>
                      <a:lnTo>
                        <a:pt x="65" y="217"/>
                      </a:lnTo>
                      <a:lnTo>
                        <a:pt x="76" y="211"/>
                      </a:lnTo>
                      <a:lnTo>
                        <a:pt x="88" y="208"/>
                      </a:lnTo>
                      <a:lnTo>
                        <a:pt x="100" y="205"/>
                      </a:lnTo>
                      <a:lnTo>
                        <a:pt x="112" y="203"/>
                      </a:lnTo>
                      <a:lnTo>
                        <a:pt x="126" y="202"/>
                      </a:lnTo>
                      <a:lnTo>
                        <a:pt x="132" y="202"/>
                      </a:lnTo>
                      <a:lnTo>
                        <a:pt x="140" y="203"/>
                      </a:lnTo>
                      <a:lnTo>
                        <a:pt x="146" y="203"/>
                      </a:lnTo>
                      <a:lnTo>
                        <a:pt x="152" y="205"/>
                      </a:lnTo>
                      <a:lnTo>
                        <a:pt x="152" y="0"/>
                      </a:lnTo>
                      <a:lnTo>
                        <a:pt x="809" y="0"/>
                      </a:lnTo>
                      <a:lnTo>
                        <a:pt x="809" y="203"/>
                      </a:lnTo>
                      <a:close/>
                    </a:path>
                  </a:pathLst>
                </a:custGeom>
                <a:solidFill>
                  <a:srgbClr val="00aaad"/>
                </a:solidFill>
                <a:ln w="9000">
                  <a:solidFill>
                    <a:srgbClr val="00888a"/>
                  </a:solidFill>
                  <a:round/>
                </a:ln>
              </p:spPr>
            </p:sp>
            <p:sp>
              <p:nvSpPr>
                <p:cNvPr id="98" name="Freeform 12"/>
                <p:cNvSpPr/>
                <p:nvPr/>
              </p:nvSpPr>
              <p:spPr>
                <a:xfrm>
                  <a:off x="5006160" y="1857600"/>
                  <a:ext cx="291600" cy="236520"/>
                </a:xfrm>
                <a:custGeom>
                  <a:avLst/>
                  <a:gdLst/>
                  <a:ahLst/>
                  <a:rect l="0" t="0" r="r" b="b"/>
                  <a:pathLst>
                    <a:path w="810" h="657">
                      <a:moveTo>
                        <a:pt x="809" y="203"/>
                      </a:moveTo>
                      <a:cubicBezTo>
                        <a:pt x="799" y="202"/>
                        <a:pt x="792" y="202"/>
                        <a:pt x="783" y="202"/>
                      </a:cubicBezTo>
                      <a:cubicBezTo>
                        <a:pt x="711" y="202"/>
                        <a:pt x="657" y="257"/>
                        <a:pt x="657" y="328"/>
                      </a:cubicBezTo>
                      <a:cubicBezTo>
                        <a:pt x="657" y="399"/>
                        <a:pt x="711" y="454"/>
                        <a:pt x="783" y="454"/>
                      </a:cubicBezTo>
                      <a:cubicBezTo>
                        <a:pt x="792" y="454"/>
                        <a:pt x="799" y="454"/>
                        <a:pt x="809" y="453"/>
                      </a:cubicBezTo>
                      <a:lnTo>
                        <a:pt x="809" y="656"/>
                      </a:lnTo>
                      <a:lnTo>
                        <a:pt x="152" y="656"/>
                      </a:lnTo>
                      <a:lnTo>
                        <a:pt x="152" y="453"/>
                      </a:lnTo>
                      <a:lnTo>
                        <a:pt x="146" y="454"/>
                      </a:lnTo>
                      <a:lnTo>
                        <a:pt x="139" y="454"/>
                      </a:lnTo>
                      <a:lnTo>
                        <a:pt x="132" y="454"/>
                      </a:lnTo>
                      <a:lnTo>
                        <a:pt x="126" y="454"/>
                      </a:lnTo>
                      <a:lnTo>
                        <a:pt x="112" y="454"/>
                      </a:lnTo>
                      <a:lnTo>
                        <a:pt x="100" y="453"/>
                      </a:lnTo>
                      <a:lnTo>
                        <a:pt x="88" y="450"/>
                      </a:lnTo>
                      <a:lnTo>
                        <a:pt x="76" y="445"/>
                      </a:lnTo>
                      <a:lnTo>
                        <a:pt x="65" y="441"/>
                      </a:lnTo>
                      <a:lnTo>
                        <a:pt x="54" y="433"/>
                      </a:lnTo>
                      <a:lnTo>
                        <a:pt x="45" y="427"/>
                      </a:lnTo>
                      <a:lnTo>
                        <a:pt x="36" y="419"/>
                      </a:lnTo>
                      <a:lnTo>
                        <a:pt x="28" y="410"/>
                      </a:lnTo>
                      <a:lnTo>
                        <a:pt x="21" y="399"/>
                      </a:lnTo>
                      <a:lnTo>
                        <a:pt x="15" y="389"/>
                      </a:lnTo>
                      <a:lnTo>
                        <a:pt x="9" y="378"/>
                      </a:lnTo>
                      <a:lnTo>
                        <a:pt x="6" y="366"/>
                      </a:lnTo>
                      <a:lnTo>
                        <a:pt x="3" y="354"/>
                      </a:lnTo>
                      <a:lnTo>
                        <a:pt x="1" y="342"/>
                      </a:lnTo>
                      <a:lnTo>
                        <a:pt x="0" y="328"/>
                      </a:lnTo>
                      <a:lnTo>
                        <a:pt x="1" y="314"/>
                      </a:lnTo>
                      <a:lnTo>
                        <a:pt x="3" y="302"/>
                      </a:lnTo>
                      <a:lnTo>
                        <a:pt x="6" y="290"/>
                      </a:lnTo>
                      <a:lnTo>
                        <a:pt x="9" y="278"/>
                      </a:lnTo>
                      <a:lnTo>
                        <a:pt x="15" y="267"/>
                      </a:lnTo>
                      <a:lnTo>
                        <a:pt x="21" y="257"/>
                      </a:lnTo>
                      <a:lnTo>
                        <a:pt x="28" y="247"/>
                      </a:lnTo>
                      <a:lnTo>
                        <a:pt x="36" y="238"/>
                      </a:lnTo>
                      <a:lnTo>
                        <a:pt x="45" y="231"/>
                      </a:lnTo>
                      <a:lnTo>
                        <a:pt x="54" y="223"/>
                      </a:lnTo>
                      <a:lnTo>
                        <a:pt x="65" y="217"/>
                      </a:lnTo>
                      <a:lnTo>
                        <a:pt x="76" y="211"/>
                      </a:lnTo>
                      <a:lnTo>
                        <a:pt x="88" y="208"/>
                      </a:lnTo>
                      <a:lnTo>
                        <a:pt x="100" y="205"/>
                      </a:lnTo>
                      <a:lnTo>
                        <a:pt x="112" y="203"/>
                      </a:lnTo>
                      <a:lnTo>
                        <a:pt x="126" y="202"/>
                      </a:lnTo>
                      <a:lnTo>
                        <a:pt x="132" y="202"/>
                      </a:lnTo>
                      <a:lnTo>
                        <a:pt x="139" y="203"/>
                      </a:lnTo>
                      <a:lnTo>
                        <a:pt x="146" y="203"/>
                      </a:lnTo>
                      <a:lnTo>
                        <a:pt x="152" y="205"/>
                      </a:lnTo>
                      <a:lnTo>
                        <a:pt x="152" y="0"/>
                      </a:lnTo>
                      <a:lnTo>
                        <a:pt x="809" y="0"/>
                      </a:lnTo>
                      <a:lnTo>
                        <a:pt x="809" y="203"/>
                      </a:lnTo>
                      <a:close/>
                    </a:path>
                  </a:pathLst>
                </a:custGeom>
                <a:solidFill>
                  <a:srgbClr val="00aaad"/>
                </a:solidFill>
                <a:ln w="9000">
                  <a:solidFill>
                    <a:srgbClr val="00888a"/>
                  </a:solidFill>
                  <a:round/>
                </a:ln>
              </p:spPr>
            </p:sp>
            <p:sp>
              <p:nvSpPr>
                <p:cNvPr id="99" name="Freeform 13"/>
                <p:cNvSpPr/>
                <p:nvPr/>
              </p:nvSpPr>
              <p:spPr>
                <a:xfrm>
                  <a:off x="5479560" y="2093760"/>
                  <a:ext cx="291600" cy="236880"/>
                </a:xfrm>
                <a:custGeom>
                  <a:avLst/>
                  <a:gdLst/>
                  <a:ahLst/>
                  <a:rect l="0" t="0" r="r" b="b"/>
                  <a:pathLst>
                    <a:path w="810" h="658">
                      <a:moveTo>
                        <a:pt x="809" y="204"/>
                      </a:moveTo>
                      <a:cubicBezTo>
                        <a:pt x="800" y="203"/>
                        <a:pt x="792" y="203"/>
                        <a:pt x="783" y="203"/>
                      </a:cubicBezTo>
                      <a:cubicBezTo>
                        <a:pt x="712" y="203"/>
                        <a:pt x="657" y="257"/>
                        <a:pt x="657" y="329"/>
                      </a:cubicBezTo>
                      <a:cubicBezTo>
                        <a:pt x="657" y="400"/>
                        <a:pt x="712" y="455"/>
                        <a:pt x="783" y="455"/>
                      </a:cubicBezTo>
                      <a:cubicBezTo>
                        <a:pt x="792" y="455"/>
                        <a:pt x="800" y="455"/>
                        <a:pt x="809" y="454"/>
                      </a:cubicBezTo>
                      <a:lnTo>
                        <a:pt x="809" y="657"/>
                      </a:lnTo>
                      <a:lnTo>
                        <a:pt x="152" y="657"/>
                      </a:lnTo>
                      <a:lnTo>
                        <a:pt x="152" y="454"/>
                      </a:lnTo>
                      <a:lnTo>
                        <a:pt x="146" y="455"/>
                      </a:lnTo>
                      <a:lnTo>
                        <a:pt x="140" y="455"/>
                      </a:lnTo>
                      <a:lnTo>
                        <a:pt x="132" y="455"/>
                      </a:lnTo>
                      <a:lnTo>
                        <a:pt x="126" y="455"/>
                      </a:lnTo>
                      <a:lnTo>
                        <a:pt x="112" y="455"/>
                      </a:lnTo>
                      <a:lnTo>
                        <a:pt x="100" y="454"/>
                      </a:lnTo>
                      <a:lnTo>
                        <a:pt x="88" y="451"/>
                      </a:lnTo>
                      <a:lnTo>
                        <a:pt x="76" y="446"/>
                      </a:lnTo>
                      <a:lnTo>
                        <a:pt x="65" y="441"/>
                      </a:lnTo>
                      <a:lnTo>
                        <a:pt x="55" y="434"/>
                      </a:lnTo>
                      <a:lnTo>
                        <a:pt x="46" y="428"/>
                      </a:lnTo>
                      <a:lnTo>
                        <a:pt x="36" y="420"/>
                      </a:lnTo>
                      <a:lnTo>
                        <a:pt x="29" y="411"/>
                      </a:lnTo>
                      <a:lnTo>
                        <a:pt x="21" y="400"/>
                      </a:lnTo>
                      <a:lnTo>
                        <a:pt x="15" y="390"/>
                      </a:lnTo>
                      <a:lnTo>
                        <a:pt x="9" y="379"/>
                      </a:lnTo>
                      <a:lnTo>
                        <a:pt x="6" y="367"/>
                      </a:lnTo>
                      <a:lnTo>
                        <a:pt x="3" y="355"/>
                      </a:lnTo>
                      <a:lnTo>
                        <a:pt x="1" y="343"/>
                      </a:lnTo>
                      <a:lnTo>
                        <a:pt x="0" y="329"/>
                      </a:lnTo>
                      <a:lnTo>
                        <a:pt x="1" y="315"/>
                      </a:lnTo>
                      <a:lnTo>
                        <a:pt x="3" y="303"/>
                      </a:lnTo>
                      <a:lnTo>
                        <a:pt x="6" y="291"/>
                      </a:lnTo>
                      <a:lnTo>
                        <a:pt x="9" y="279"/>
                      </a:lnTo>
                      <a:lnTo>
                        <a:pt x="15" y="268"/>
                      </a:lnTo>
                      <a:lnTo>
                        <a:pt x="21" y="257"/>
                      </a:lnTo>
                      <a:lnTo>
                        <a:pt x="29" y="248"/>
                      </a:lnTo>
                      <a:lnTo>
                        <a:pt x="36" y="239"/>
                      </a:lnTo>
                      <a:lnTo>
                        <a:pt x="46" y="232"/>
                      </a:lnTo>
                      <a:lnTo>
                        <a:pt x="55" y="224"/>
                      </a:lnTo>
                      <a:lnTo>
                        <a:pt x="65" y="218"/>
                      </a:lnTo>
                      <a:lnTo>
                        <a:pt x="76" y="212"/>
                      </a:lnTo>
                      <a:lnTo>
                        <a:pt x="88" y="209"/>
                      </a:lnTo>
                      <a:lnTo>
                        <a:pt x="100" y="206"/>
                      </a:lnTo>
                      <a:lnTo>
                        <a:pt x="112" y="204"/>
                      </a:lnTo>
                      <a:lnTo>
                        <a:pt x="126" y="203"/>
                      </a:lnTo>
                      <a:lnTo>
                        <a:pt x="132" y="203"/>
                      </a:lnTo>
                      <a:lnTo>
                        <a:pt x="140" y="204"/>
                      </a:lnTo>
                      <a:lnTo>
                        <a:pt x="146" y="204"/>
                      </a:lnTo>
                      <a:lnTo>
                        <a:pt x="152" y="206"/>
                      </a:lnTo>
                      <a:lnTo>
                        <a:pt x="152" y="0"/>
                      </a:lnTo>
                      <a:lnTo>
                        <a:pt x="809" y="0"/>
                      </a:lnTo>
                      <a:lnTo>
                        <a:pt x="809" y="204"/>
                      </a:lnTo>
                      <a:close/>
                    </a:path>
                  </a:pathLst>
                </a:cu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</p:sp>
            <p:sp>
              <p:nvSpPr>
                <p:cNvPr id="100" name="Freeform 14"/>
                <p:cNvSpPr/>
                <p:nvPr/>
              </p:nvSpPr>
              <p:spPr>
                <a:xfrm>
                  <a:off x="5243040" y="2093760"/>
                  <a:ext cx="291600" cy="236880"/>
                </a:xfrm>
                <a:custGeom>
                  <a:avLst/>
                  <a:gdLst/>
                  <a:ahLst/>
                  <a:rect l="0" t="0" r="r" b="b"/>
                  <a:pathLst>
                    <a:path w="810" h="658">
                      <a:moveTo>
                        <a:pt x="809" y="204"/>
                      </a:moveTo>
                      <a:cubicBezTo>
                        <a:pt x="800" y="203"/>
                        <a:pt x="792" y="203"/>
                        <a:pt x="783" y="203"/>
                      </a:cubicBezTo>
                      <a:cubicBezTo>
                        <a:pt x="712" y="203"/>
                        <a:pt x="657" y="257"/>
                        <a:pt x="657" y="329"/>
                      </a:cubicBezTo>
                      <a:cubicBezTo>
                        <a:pt x="657" y="400"/>
                        <a:pt x="712" y="455"/>
                        <a:pt x="783" y="455"/>
                      </a:cubicBezTo>
                      <a:cubicBezTo>
                        <a:pt x="792" y="455"/>
                        <a:pt x="800" y="455"/>
                        <a:pt x="809" y="454"/>
                      </a:cubicBezTo>
                      <a:lnTo>
                        <a:pt x="809" y="657"/>
                      </a:lnTo>
                      <a:lnTo>
                        <a:pt x="152" y="657"/>
                      </a:lnTo>
                      <a:lnTo>
                        <a:pt x="152" y="454"/>
                      </a:lnTo>
                      <a:lnTo>
                        <a:pt x="146" y="455"/>
                      </a:lnTo>
                      <a:lnTo>
                        <a:pt x="140" y="455"/>
                      </a:lnTo>
                      <a:lnTo>
                        <a:pt x="132" y="455"/>
                      </a:lnTo>
                      <a:lnTo>
                        <a:pt x="126" y="455"/>
                      </a:lnTo>
                      <a:lnTo>
                        <a:pt x="113" y="455"/>
                      </a:lnTo>
                      <a:lnTo>
                        <a:pt x="100" y="454"/>
                      </a:lnTo>
                      <a:lnTo>
                        <a:pt x="88" y="451"/>
                      </a:lnTo>
                      <a:lnTo>
                        <a:pt x="76" y="446"/>
                      </a:lnTo>
                      <a:lnTo>
                        <a:pt x="65" y="441"/>
                      </a:lnTo>
                      <a:lnTo>
                        <a:pt x="55" y="434"/>
                      </a:lnTo>
                      <a:lnTo>
                        <a:pt x="46" y="428"/>
                      </a:lnTo>
                      <a:lnTo>
                        <a:pt x="37" y="420"/>
                      </a:lnTo>
                      <a:lnTo>
                        <a:pt x="29" y="411"/>
                      </a:lnTo>
                      <a:lnTo>
                        <a:pt x="21" y="400"/>
                      </a:lnTo>
                      <a:lnTo>
                        <a:pt x="15" y="390"/>
                      </a:lnTo>
                      <a:lnTo>
                        <a:pt x="9" y="379"/>
                      </a:lnTo>
                      <a:lnTo>
                        <a:pt x="6" y="367"/>
                      </a:lnTo>
                      <a:lnTo>
                        <a:pt x="3" y="355"/>
                      </a:lnTo>
                      <a:lnTo>
                        <a:pt x="2" y="343"/>
                      </a:lnTo>
                      <a:lnTo>
                        <a:pt x="0" y="329"/>
                      </a:lnTo>
                      <a:lnTo>
                        <a:pt x="2" y="315"/>
                      </a:lnTo>
                      <a:lnTo>
                        <a:pt x="3" y="303"/>
                      </a:lnTo>
                      <a:lnTo>
                        <a:pt x="6" y="291"/>
                      </a:lnTo>
                      <a:lnTo>
                        <a:pt x="9" y="279"/>
                      </a:lnTo>
                      <a:lnTo>
                        <a:pt x="15" y="268"/>
                      </a:lnTo>
                      <a:lnTo>
                        <a:pt x="21" y="257"/>
                      </a:lnTo>
                      <a:lnTo>
                        <a:pt x="29" y="248"/>
                      </a:lnTo>
                      <a:lnTo>
                        <a:pt x="37" y="239"/>
                      </a:lnTo>
                      <a:lnTo>
                        <a:pt x="46" y="232"/>
                      </a:lnTo>
                      <a:lnTo>
                        <a:pt x="55" y="224"/>
                      </a:lnTo>
                      <a:lnTo>
                        <a:pt x="65" y="218"/>
                      </a:lnTo>
                      <a:lnTo>
                        <a:pt x="76" y="212"/>
                      </a:lnTo>
                      <a:lnTo>
                        <a:pt x="88" y="209"/>
                      </a:lnTo>
                      <a:lnTo>
                        <a:pt x="100" y="206"/>
                      </a:lnTo>
                      <a:lnTo>
                        <a:pt x="113" y="204"/>
                      </a:lnTo>
                      <a:lnTo>
                        <a:pt x="126" y="203"/>
                      </a:lnTo>
                      <a:lnTo>
                        <a:pt x="132" y="203"/>
                      </a:lnTo>
                      <a:lnTo>
                        <a:pt x="140" y="204"/>
                      </a:lnTo>
                      <a:lnTo>
                        <a:pt x="146" y="204"/>
                      </a:lnTo>
                      <a:lnTo>
                        <a:pt x="152" y="206"/>
                      </a:lnTo>
                      <a:lnTo>
                        <a:pt x="152" y="0"/>
                      </a:lnTo>
                      <a:lnTo>
                        <a:pt x="809" y="0"/>
                      </a:lnTo>
                      <a:lnTo>
                        <a:pt x="809" y="204"/>
                      </a:lnTo>
                      <a:close/>
                    </a:path>
                  </a:pathLst>
                </a:custGeom>
                <a:solidFill>
                  <a:srgbClr val="00aaad"/>
                </a:solidFill>
                <a:ln w="9000">
                  <a:solidFill>
                    <a:srgbClr val="00888a"/>
                  </a:solidFill>
                  <a:round/>
                </a:ln>
              </p:spPr>
            </p:sp>
            <p:sp>
              <p:nvSpPr>
                <p:cNvPr id="101" name="Freeform 15"/>
                <p:cNvSpPr/>
                <p:nvPr/>
              </p:nvSpPr>
              <p:spPr>
                <a:xfrm>
                  <a:off x="5006520" y="2093760"/>
                  <a:ext cx="291600" cy="236880"/>
                </a:xfrm>
                <a:custGeom>
                  <a:avLst/>
                  <a:gdLst/>
                  <a:ahLst/>
                  <a:rect l="0" t="0" r="r" b="b"/>
                  <a:pathLst>
                    <a:path w="810" h="658">
                      <a:moveTo>
                        <a:pt x="809" y="204"/>
                      </a:moveTo>
                      <a:cubicBezTo>
                        <a:pt x="800" y="203"/>
                        <a:pt x="792" y="203"/>
                        <a:pt x="783" y="203"/>
                      </a:cubicBezTo>
                      <a:cubicBezTo>
                        <a:pt x="712" y="203"/>
                        <a:pt x="657" y="257"/>
                        <a:pt x="657" y="329"/>
                      </a:cubicBezTo>
                      <a:cubicBezTo>
                        <a:pt x="657" y="400"/>
                        <a:pt x="712" y="455"/>
                        <a:pt x="783" y="455"/>
                      </a:cubicBezTo>
                      <a:cubicBezTo>
                        <a:pt x="792" y="455"/>
                        <a:pt x="800" y="455"/>
                        <a:pt x="809" y="454"/>
                      </a:cubicBezTo>
                      <a:lnTo>
                        <a:pt x="809" y="657"/>
                      </a:lnTo>
                      <a:lnTo>
                        <a:pt x="152" y="657"/>
                      </a:lnTo>
                      <a:lnTo>
                        <a:pt x="152" y="454"/>
                      </a:lnTo>
                      <a:lnTo>
                        <a:pt x="146" y="455"/>
                      </a:lnTo>
                      <a:lnTo>
                        <a:pt x="140" y="455"/>
                      </a:lnTo>
                      <a:lnTo>
                        <a:pt x="132" y="455"/>
                      </a:lnTo>
                      <a:lnTo>
                        <a:pt x="126" y="455"/>
                      </a:lnTo>
                      <a:lnTo>
                        <a:pt x="113" y="455"/>
                      </a:lnTo>
                      <a:lnTo>
                        <a:pt x="100" y="454"/>
                      </a:lnTo>
                      <a:lnTo>
                        <a:pt x="88" y="451"/>
                      </a:lnTo>
                      <a:lnTo>
                        <a:pt x="76" y="446"/>
                      </a:lnTo>
                      <a:lnTo>
                        <a:pt x="65" y="441"/>
                      </a:lnTo>
                      <a:lnTo>
                        <a:pt x="55" y="434"/>
                      </a:lnTo>
                      <a:lnTo>
                        <a:pt x="46" y="428"/>
                      </a:lnTo>
                      <a:lnTo>
                        <a:pt x="37" y="420"/>
                      </a:lnTo>
                      <a:lnTo>
                        <a:pt x="29" y="411"/>
                      </a:lnTo>
                      <a:lnTo>
                        <a:pt x="21" y="400"/>
                      </a:lnTo>
                      <a:lnTo>
                        <a:pt x="15" y="390"/>
                      </a:lnTo>
                      <a:lnTo>
                        <a:pt x="9" y="379"/>
                      </a:lnTo>
                      <a:lnTo>
                        <a:pt x="6" y="367"/>
                      </a:lnTo>
                      <a:lnTo>
                        <a:pt x="3" y="355"/>
                      </a:lnTo>
                      <a:lnTo>
                        <a:pt x="2" y="343"/>
                      </a:lnTo>
                      <a:lnTo>
                        <a:pt x="0" y="329"/>
                      </a:lnTo>
                      <a:lnTo>
                        <a:pt x="2" y="315"/>
                      </a:lnTo>
                      <a:lnTo>
                        <a:pt x="3" y="303"/>
                      </a:lnTo>
                      <a:lnTo>
                        <a:pt x="6" y="291"/>
                      </a:lnTo>
                      <a:lnTo>
                        <a:pt x="9" y="279"/>
                      </a:lnTo>
                      <a:lnTo>
                        <a:pt x="15" y="268"/>
                      </a:lnTo>
                      <a:lnTo>
                        <a:pt x="21" y="257"/>
                      </a:lnTo>
                      <a:lnTo>
                        <a:pt x="29" y="248"/>
                      </a:lnTo>
                      <a:lnTo>
                        <a:pt x="37" y="239"/>
                      </a:lnTo>
                      <a:lnTo>
                        <a:pt x="46" y="232"/>
                      </a:lnTo>
                      <a:lnTo>
                        <a:pt x="55" y="224"/>
                      </a:lnTo>
                      <a:lnTo>
                        <a:pt x="65" y="218"/>
                      </a:lnTo>
                      <a:lnTo>
                        <a:pt x="76" y="212"/>
                      </a:lnTo>
                      <a:lnTo>
                        <a:pt x="88" y="209"/>
                      </a:lnTo>
                      <a:lnTo>
                        <a:pt x="100" y="206"/>
                      </a:lnTo>
                      <a:lnTo>
                        <a:pt x="113" y="204"/>
                      </a:lnTo>
                      <a:lnTo>
                        <a:pt x="126" y="203"/>
                      </a:lnTo>
                      <a:lnTo>
                        <a:pt x="132" y="203"/>
                      </a:lnTo>
                      <a:lnTo>
                        <a:pt x="140" y="204"/>
                      </a:lnTo>
                      <a:lnTo>
                        <a:pt x="146" y="204"/>
                      </a:lnTo>
                      <a:lnTo>
                        <a:pt x="152" y="206"/>
                      </a:lnTo>
                      <a:lnTo>
                        <a:pt x="152" y="0"/>
                      </a:lnTo>
                      <a:lnTo>
                        <a:pt x="809" y="0"/>
                      </a:lnTo>
                      <a:lnTo>
                        <a:pt x="809" y="204"/>
                      </a:lnTo>
                      <a:close/>
                    </a:path>
                  </a:pathLst>
                </a:custGeom>
                <a:solidFill>
                  <a:srgbClr val="729fcf"/>
                </a:solidFill>
                <a:ln w="9000">
                  <a:solidFill>
                    <a:srgbClr val="3465a4"/>
                  </a:solidFill>
                  <a:round/>
                </a:ln>
              </p:spPr>
            </p:sp>
          </p:grpSp>
        </p:grpSp>
        <p:grpSp>
          <p:nvGrpSpPr>
            <p:cNvPr id="102" name="Group 16"/>
            <p:cNvGrpSpPr/>
            <p:nvPr/>
          </p:nvGrpSpPr>
          <p:grpSpPr>
            <a:xfrm>
              <a:off x="3948120" y="1684080"/>
              <a:ext cx="686880" cy="873360"/>
              <a:chOff x="3948120" y="1684080"/>
              <a:chExt cx="686880" cy="873360"/>
            </a:xfrm>
          </p:grpSpPr>
          <p:sp>
            <p:nvSpPr>
              <p:cNvPr id="103" name="Freeform 17"/>
              <p:cNvSpPr/>
              <p:nvPr/>
            </p:nvSpPr>
            <p:spPr>
              <a:xfrm>
                <a:off x="4399200" y="1819080"/>
                <a:ext cx="47880" cy="47520"/>
              </a:xfrm>
              <a:custGeom>
                <a:avLst/>
                <a:gdLst/>
                <a:ahLst/>
                <a:rect l="0" t="0" r="r" b="b"/>
                <a:pathLst>
                  <a:path w="133" h="132">
                    <a:moveTo>
                      <a:pt x="66" y="0"/>
                    </a:moveTo>
                    <a:cubicBezTo>
                      <a:pt x="49" y="0"/>
                      <a:pt x="32" y="7"/>
                      <a:pt x="21" y="20"/>
                    </a:cubicBezTo>
                    <a:cubicBezTo>
                      <a:pt x="8" y="32"/>
                      <a:pt x="0" y="49"/>
                      <a:pt x="0" y="66"/>
                    </a:cubicBezTo>
                    <a:cubicBezTo>
                      <a:pt x="0" y="84"/>
                      <a:pt x="8" y="99"/>
                      <a:pt x="19" y="113"/>
                    </a:cubicBezTo>
                    <a:cubicBezTo>
                      <a:pt x="32" y="126"/>
                      <a:pt x="47" y="131"/>
                      <a:pt x="66" y="131"/>
                    </a:cubicBezTo>
                    <a:cubicBezTo>
                      <a:pt x="83" y="131"/>
                      <a:pt x="100" y="124"/>
                      <a:pt x="113" y="113"/>
                    </a:cubicBezTo>
                    <a:cubicBezTo>
                      <a:pt x="124" y="99"/>
                      <a:pt x="132" y="84"/>
                      <a:pt x="132" y="66"/>
                    </a:cubicBezTo>
                    <a:cubicBezTo>
                      <a:pt x="132" y="49"/>
                      <a:pt x="124" y="32"/>
                      <a:pt x="111" y="20"/>
                    </a:cubicBezTo>
                    <a:cubicBezTo>
                      <a:pt x="100" y="7"/>
                      <a:pt x="83" y="0"/>
                      <a:pt x="66" y="0"/>
                    </a:cubicBezTo>
                    <a:close/>
                  </a:path>
                </a:pathLst>
              </a:custGeom>
              <a:solidFill>
                <a:srgbClr val="a3238e"/>
              </a:solidFill>
              <a:ln>
                <a:noFill/>
              </a:ln>
            </p:spPr>
          </p:sp>
          <p:sp>
            <p:nvSpPr>
              <p:cNvPr id="104" name="Freeform 18"/>
              <p:cNvSpPr/>
              <p:nvPr/>
            </p:nvSpPr>
            <p:spPr>
              <a:xfrm>
                <a:off x="4399200" y="2008080"/>
                <a:ext cx="47880" cy="47160"/>
              </a:xfrm>
              <a:custGeom>
                <a:avLst/>
                <a:gdLst/>
                <a:ahLst/>
                <a:rect l="0" t="0" r="r" b="b"/>
                <a:pathLst>
                  <a:path w="133" h="131">
                    <a:moveTo>
                      <a:pt x="66" y="0"/>
                    </a:moveTo>
                    <a:cubicBezTo>
                      <a:pt x="49" y="0"/>
                      <a:pt x="32" y="5"/>
                      <a:pt x="21" y="19"/>
                    </a:cubicBezTo>
                    <a:cubicBezTo>
                      <a:pt x="8" y="32"/>
                      <a:pt x="0" y="47"/>
                      <a:pt x="0" y="66"/>
                    </a:cubicBezTo>
                    <a:cubicBezTo>
                      <a:pt x="0" y="83"/>
                      <a:pt x="8" y="98"/>
                      <a:pt x="19" y="111"/>
                    </a:cubicBezTo>
                    <a:cubicBezTo>
                      <a:pt x="32" y="124"/>
                      <a:pt x="47" y="130"/>
                      <a:pt x="66" y="130"/>
                    </a:cubicBezTo>
                    <a:cubicBezTo>
                      <a:pt x="83" y="130"/>
                      <a:pt x="100" y="124"/>
                      <a:pt x="113" y="111"/>
                    </a:cubicBezTo>
                    <a:cubicBezTo>
                      <a:pt x="124" y="98"/>
                      <a:pt x="132" y="83"/>
                      <a:pt x="132" y="66"/>
                    </a:cubicBezTo>
                    <a:cubicBezTo>
                      <a:pt x="132" y="47"/>
                      <a:pt x="124" y="32"/>
                      <a:pt x="111" y="19"/>
                    </a:cubicBezTo>
                    <a:cubicBezTo>
                      <a:pt x="100" y="5"/>
                      <a:pt x="83" y="0"/>
                      <a:pt x="66" y="0"/>
                    </a:cubicBezTo>
                    <a:close/>
                  </a:path>
                </a:pathLst>
              </a:custGeom>
              <a:solidFill>
                <a:srgbClr val="a3238e"/>
              </a:solidFill>
              <a:ln>
                <a:noFill/>
              </a:ln>
            </p:spPr>
          </p:sp>
          <p:sp>
            <p:nvSpPr>
              <p:cNvPr id="105" name="Freeform 19"/>
              <p:cNvSpPr/>
              <p:nvPr/>
            </p:nvSpPr>
            <p:spPr>
              <a:xfrm>
                <a:off x="4211640" y="1890000"/>
                <a:ext cx="94320" cy="94680"/>
              </a:xfrm>
              <a:custGeom>
                <a:avLst/>
                <a:gdLst/>
                <a:ahLst/>
                <a:rect l="0" t="0" r="r" b="b"/>
                <a:pathLst>
                  <a:path w="262" h="263">
                    <a:moveTo>
                      <a:pt x="132" y="0"/>
                    </a:moveTo>
                    <a:cubicBezTo>
                      <a:pt x="94" y="0"/>
                      <a:pt x="64" y="13"/>
                      <a:pt x="37" y="38"/>
                    </a:cubicBezTo>
                    <a:cubicBezTo>
                      <a:pt x="13" y="64"/>
                      <a:pt x="0" y="94"/>
                      <a:pt x="0" y="130"/>
                    </a:cubicBezTo>
                    <a:cubicBezTo>
                      <a:pt x="0" y="168"/>
                      <a:pt x="13" y="198"/>
                      <a:pt x="37" y="224"/>
                    </a:cubicBezTo>
                    <a:cubicBezTo>
                      <a:pt x="64" y="249"/>
                      <a:pt x="94" y="262"/>
                      <a:pt x="132" y="262"/>
                    </a:cubicBezTo>
                    <a:cubicBezTo>
                      <a:pt x="167" y="262"/>
                      <a:pt x="197" y="249"/>
                      <a:pt x="224" y="224"/>
                    </a:cubicBezTo>
                    <a:cubicBezTo>
                      <a:pt x="248" y="198"/>
                      <a:pt x="261" y="168"/>
                      <a:pt x="261" y="130"/>
                    </a:cubicBezTo>
                    <a:cubicBezTo>
                      <a:pt x="261" y="94"/>
                      <a:pt x="248" y="64"/>
                      <a:pt x="224" y="38"/>
                    </a:cubicBezTo>
                    <a:cubicBezTo>
                      <a:pt x="197" y="13"/>
                      <a:pt x="167" y="0"/>
                      <a:pt x="132" y="0"/>
                    </a:cubicBezTo>
                    <a:close/>
                  </a:path>
                </a:pathLst>
              </a:custGeom>
              <a:solidFill>
                <a:srgbClr val="a3238e"/>
              </a:solidFill>
              <a:ln>
                <a:noFill/>
              </a:ln>
            </p:spPr>
          </p:sp>
          <p:sp>
            <p:nvSpPr>
              <p:cNvPr id="106" name="Freeform 20"/>
              <p:cNvSpPr/>
              <p:nvPr/>
            </p:nvSpPr>
            <p:spPr>
              <a:xfrm>
                <a:off x="3945960" y="1683360"/>
                <a:ext cx="711360" cy="874440"/>
              </a:xfrm>
              <a:custGeom>
                <a:avLst/>
                <a:gdLst/>
                <a:ahLst/>
                <a:rect l="0" t="0" r="r" b="b"/>
                <a:pathLst>
                  <a:path w="1976" h="2429">
                    <a:moveTo>
                      <a:pt x="1690" y="298"/>
                    </a:moveTo>
                    <a:cubicBezTo>
                      <a:pt x="1557" y="145"/>
                      <a:pt x="1376" y="4"/>
                      <a:pt x="932" y="2"/>
                    </a:cubicBezTo>
                    <a:cubicBezTo>
                      <a:pt x="759" y="0"/>
                      <a:pt x="493" y="42"/>
                      <a:pt x="288" y="260"/>
                    </a:cubicBezTo>
                    <a:cubicBezTo>
                      <a:pt x="162" y="392"/>
                      <a:pt x="70" y="557"/>
                      <a:pt x="98" y="830"/>
                    </a:cubicBezTo>
                    <a:cubicBezTo>
                      <a:pt x="104" y="889"/>
                      <a:pt x="187" y="956"/>
                      <a:pt x="128" y="1071"/>
                    </a:cubicBezTo>
                    <a:cubicBezTo>
                      <a:pt x="87" y="1158"/>
                      <a:pt x="0" y="1295"/>
                      <a:pt x="6" y="1329"/>
                    </a:cubicBezTo>
                    <a:cubicBezTo>
                      <a:pt x="40" y="1354"/>
                      <a:pt x="4" y="1399"/>
                      <a:pt x="109" y="1401"/>
                    </a:cubicBezTo>
                    <a:cubicBezTo>
                      <a:pt x="115" y="1421"/>
                      <a:pt x="134" y="1402"/>
                      <a:pt x="128" y="1461"/>
                    </a:cubicBezTo>
                    <a:cubicBezTo>
                      <a:pt x="128" y="1489"/>
                      <a:pt x="126" y="1517"/>
                      <a:pt x="126" y="1546"/>
                    </a:cubicBezTo>
                    <a:cubicBezTo>
                      <a:pt x="143" y="1561"/>
                      <a:pt x="130" y="1572"/>
                      <a:pt x="175" y="1587"/>
                    </a:cubicBezTo>
                    <a:cubicBezTo>
                      <a:pt x="173" y="1596"/>
                      <a:pt x="185" y="1594"/>
                      <a:pt x="172" y="1611"/>
                    </a:cubicBezTo>
                    <a:cubicBezTo>
                      <a:pt x="177" y="1642"/>
                      <a:pt x="147" y="1640"/>
                      <a:pt x="188" y="1698"/>
                    </a:cubicBezTo>
                    <a:cubicBezTo>
                      <a:pt x="204" y="1719"/>
                      <a:pt x="230" y="1745"/>
                      <a:pt x="213" y="1801"/>
                    </a:cubicBezTo>
                    <a:cubicBezTo>
                      <a:pt x="220" y="1845"/>
                      <a:pt x="194" y="1907"/>
                      <a:pt x="236" y="1931"/>
                    </a:cubicBezTo>
                    <a:cubicBezTo>
                      <a:pt x="315" y="1943"/>
                      <a:pt x="283" y="1988"/>
                      <a:pt x="475" y="1965"/>
                    </a:cubicBezTo>
                    <a:cubicBezTo>
                      <a:pt x="540" y="1956"/>
                      <a:pt x="663" y="1924"/>
                      <a:pt x="736" y="2016"/>
                    </a:cubicBezTo>
                    <a:cubicBezTo>
                      <a:pt x="798" y="2153"/>
                      <a:pt x="913" y="2349"/>
                      <a:pt x="926" y="2428"/>
                    </a:cubicBezTo>
                    <a:cubicBezTo>
                      <a:pt x="1147" y="2223"/>
                      <a:pt x="1226" y="1896"/>
                      <a:pt x="1589" y="1813"/>
                    </a:cubicBezTo>
                    <a:cubicBezTo>
                      <a:pt x="1621" y="1660"/>
                      <a:pt x="1502" y="1613"/>
                      <a:pt x="1681" y="1354"/>
                    </a:cubicBezTo>
                    <a:cubicBezTo>
                      <a:pt x="1760" y="1199"/>
                      <a:pt x="1907" y="1056"/>
                      <a:pt x="1914" y="891"/>
                    </a:cubicBezTo>
                    <a:cubicBezTo>
                      <a:pt x="1841" y="693"/>
                      <a:pt x="1975" y="614"/>
                      <a:pt x="1690" y="298"/>
                    </a:cubicBezTo>
                    <a:moveTo>
                      <a:pt x="1052" y="975"/>
                    </a:moveTo>
                    <a:cubicBezTo>
                      <a:pt x="1049" y="975"/>
                      <a:pt x="1045" y="973"/>
                      <a:pt x="1041" y="971"/>
                    </a:cubicBezTo>
                    <a:cubicBezTo>
                      <a:pt x="1020" y="955"/>
                      <a:pt x="1002" y="939"/>
                      <a:pt x="983" y="924"/>
                    </a:cubicBezTo>
                    <a:cubicBezTo>
                      <a:pt x="970" y="932"/>
                      <a:pt x="956" y="936"/>
                      <a:pt x="943" y="941"/>
                    </a:cubicBezTo>
                    <a:cubicBezTo>
                      <a:pt x="939" y="977"/>
                      <a:pt x="936" y="1003"/>
                      <a:pt x="932" y="1020"/>
                    </a:cubicBezTo>
                    <a:cubicBezTo>
                      <a:pt x="930" y="1028"/>
                      <a:pt x="924" y="1032"/>
                      <a:pt x="917" y="1032"/>
                    </a:cubicBezTo>
                    <a:cubicBezTo>
                      <a:pt x="885" y="1032"/>
                      <a:pt x="853" y="1032"/>
                      <a:pt x="821" y="1032"/>
                    </a:cubicBezTo>
                    <a:cubicBezTo>
                      <a:pt x="817" y="1032"/>
                      <a:pt x="813" y="1032"/>
                      <a:pt x="811" y="1028"/>
                    </a:cubicBezTo>
                    <a:cubicBezTo>
                      <a:pt x="808" y="1026"/>
                      <a:pt x="806" y="1022"/>
                      <a:pt x="806" y="1020"/>
                    </a:cubicBezTo>
                    <a:cubicBezTo>
                      <a:pt x="802" y="994"/>
                      <a:pt x="798" y="968"/>
                      <a:pt x="795" y="941"/>
                    </a:cubicBezTo>
                    <a:cubicBezTo>
                      <a:pt x="783" y="938"/>
                      <a:pt x="770" y="932"/>
                      <a:pt x="755" y="926"/>
                    </a:cubicBezTo>
                    <a:cubicBezTo>
                      <a:pt x="734" y="941"/>
                      <a:pt x="715" y="956"/>
                      <a:pt x="695" y="971"/>
                    </a:cubicBezTo>
                    <a:cubicBezTo>
                      <a:pt x="693" y="973"/>
                      <a:pt x="689" y="975"/>
                      <a:pt x="685" y="975"/>
                    </a:cubicBezTo>
                    <a:cubicBezTo>
                      <a:pt x="682" y="975"/>
                      <a:pt x="678" y="973"/>
                      <a:pt x="674" y="970"/>
                    </a:cubicBezTo>
                    <a:cubicBezTo>
                      <a:pt x="625" y="924"/>
                      <a:pt x="601" y="898"/>
                      <a:pt x="601" y="889"/>
                    </a:cubicBezTo>
                    <a:cubicBezTo>
                      <a:pt x="601" y="885"/>
                      <a:pt x="603" y="883"/>
                      <a:pt x="604" y="879"/>
                    </a:cubicBezTo>
                    <a:cubicBezTo>
                      <a:pt x="608" y="874"/>
                      <a:pt x="616" y="864"/>
                      <a:pt x="625" y="851"/>
                    </a:cubicBezTo>
                    <a:cubicBezTo>
                      <a:pt x="636" y="838"/>
                      <a:pt x="644" y="828"/>
                      <a:pt x="650" y="821"/>
                    </a:cubicBezTo>
                    <a:cubicBezTo>
                      <a:pt x="642" y="806"/>
                      <a:pt x="636" y="791"/>
                      <a:pt x="631" y="780"/>
                    </a:cubicBezTo>
                    <a:cubicBezTo>
                      <a:pt x="604" y="774"/>
                      <a:pt x="580" y="770"/>
                      <a:pt x="554" y="766"/>
                    </a:cubicBezTo>
                    <a:cubicBezTo>
                      <a:pt x="550" y="766"/>
                      <a:pt x="548" y="763"/>
                      <a:pt x="546" y="761"/>
                    </a:cubicBezTo>
                    <a:cubicBezTo>
                      <a:pt x="542" y="757"/>
                      <a:pt x="542" y="755"/>
                      <a:pt x="542" y="751"/>
                    </a:cubicBezTo>
                    <a:cubicBezTo>
                      <a:pt x="542" y="719"/>
                      <a:pt x="542" y="687"/>
                      <a:pt x="542" y="657"/>
                    </a:cubicBezTo>
                    <a:cubicBezTo>
                      <a:pt x="542" y="653"/>
                      <a:pt x="542" y="650"/>
                      <a:pt x="546" y="648"/>
                    </a:cubicBezTo>
                    <a:cubicBezTo>
                      <a:pt x="548" y="644"/>
                      <a:pt x="550" y="642"/>
                      <a:pt x="554" y="642"/>
                    </a:cubicBezTo>
                    <a:cubicBezTo>
                      <a:pt x="580" y="636"/>
                      <a:pt x="606" y="633"/>
                      <a:pt x="633" y="629"/>
                    </a:cubicBezTo>
                    <a:cubicBezTo>
                      <a:pt x="636" y="618"/>
                      <a:pt x="642" y="604"/>
                      <a:pt x="650" y="589"/>
                    </a:cubicBezTo>
                    <a:cubicBezTo>
                      <a:pt x="638" y="574"/>
                      <a:pt x="621" y="554"/>
                      <a:pt x="603" y="531"/>
                    </a:cubicBezTo>
                    <a:cubicBezTo>
                      <a:pt x="601" y="527"/>
                      <a:pt x="599" y="524"/>
                      <a:pt x="599" y="522"/>
                    </a:cubicBezTo>
                    <a:cubicBezTo>
                      <a:pt x="599" y="518"/>
                      <a:pt x="601" y="514"/>
                      <a:pt x="603" y="510"/>
                    </a:cubicBezTo>
                    <a:cubicBezTo>
                      <a:pt x="610" y="501"/>
                      <a:pt x="625" y="486"/>
                      <a:pt x="644" y="465"/>
                    </a:cubicBezTo>
                    <a:cubicBezTo>
                      <a:pt x="665" y="446"/>
                      <a:pt x="680" y="435"/>
                      <a:pt x="685" y="435"/>
                    </a:cubicBezTo>
                    <a:cubicBezTo>
                      <a:pt x="689" y="435"/>
                      <a:pt x="693" y="437"/>
                      <a:pt x="697" y="439"/>
                    </a:cubicBezTo>
                    <a:cubicBezTo>
                      <a:pt x="715" y="454"/>
                      <a:pt x="736" y="469"/>
                      <a:pt x="755" y="484"/>
                    </a:cubicBezTo>
                    <a:cubicBezTo>
                      <a:pt x="766" y="478"/>
                      <a:pt x="779" y="473"/>
                      <a:pt x="795" y="469"/>
                    </a:cubicBezTo>
                    <a:cubicBezTo>
                      <a:pt x="798" y="431"/>
                      <a:pt x="802" y="405"/>
                      <a:pt x="806" y="390"/>
                    </a:cubicBezTo>
                    <a:cubicBezTo>
                      <a:pt x="808" y="382"/>
                      <a:pt x="813" y="377"/>
                      <a:pt x="821" y="377"/>
                    </a:cubicBezTo>
                    <a:cubicBezTo>
                      <a:pt x="853" y="377"/>
                      <a:pt x="885" y="377"/>
                      <a:pt x="917" y="377"/>
                    </a:cubicBezTo>
                    <a:cubicBezTo>
                      <a:pt x="921" y="377"/>
                      <a:pt x="923" y="379"/>
                      <a:pt x="926" y="380"/>
                    </a:cubicBezTo>
                    <a:cubicBezTo>
                      <a:pt x="930" y="384"/>
                      <a:pt x="932" y="386"/>
                      <a:pt x="932" y="390"/>
                    </a:cubicBezTo>
                    <a:cubicBezTo>
                      <a:pt x="936" y="416"/>
                      <a:pt x="939" y="443"/>
                      <a:pt x="943" y="469"/>
                    </a:cubicBezTo>
                    <a:cubicBezTo>
                      <a:pt x="955" y="471"/>
                      <a:pt x="968" y="476"/>
                      <a:pt x="981" y="484"/>
                    </a:cubicBezTo>
                    <a:cubicBezTo>
                      <a:pt x="1002" y="469"/>
                      <a:pt x="1022" y="454"/>
                      <a:pt x="1043" y="439"/>
                    </a:cubicBezTo>
                    <a:cubicBezTo>
                      <a:pt x="1045" y="437"/>
                      <a:pt x="1049" y="435"/>
                      <a:pt x="1052" y="435"/>
                    </a:cubicBezTo>
                    <a:cubicBezTo>
                      <a:pt x="1056" y="435"/>
                      <a:pt x="1060" y="437"/>
                      <a:pt x="1064" y="439"/>
                    </a:cubicBezTo>
                    <a:cubicBezTo>
                      <a:pt x="1113" y="484"/>
                      <a:pt x="1137" y="512"/>
                      <a:pt x="1137" y="522"/>
                    </a:cubicBezTo>
                    <a:cubicBezTo>
                      <a:pt x="1137" y="524"/>
                      <a:pt x="1135" y="527"/>
                      <a:pt x="1133" y="531"/>
                    </a:cubicBezTo>
                    <a:cubicBezTo>
                      <a:pt x="1130" y="537"/>
                      <a:pt x="1122" y="546"/>
                      <a:pt x="1111" y="559"/>
                    </a:cubicBezTo>
                    <a:cubicBezTo>
                      <a:pt x="1101" y="571"/>
                      <a:pt x="1094" y="582"/>
                      <a:pt x="1088" y="589"/>
                    </a:cubicBezTo>
                    <a:cubicBezTo>
                      <a:pt x="1096" y="606"/>
                      <a:pt x="1101" y="620"/>
                      <a:pt x="1105" y="631"/>
                    </a:cubicBezTo>
                    <a:cubicBezTo>
                      <a:pt x="1131" y="635"/>
                      <a:pt x="1158" y="638"/>
                      <a:pt x="1184" y="642"/>
                    </a:cubicBezTo>
                    <a:cubicBezTo>
                      <a:pt x="1188" y="644"/>
                      <a:pt x="1188" y="644"/>
                      <a:pt x="1192" y="648"/>
                    </a:cubicBezTo>
                    <a:cubicBezTo>
                      <a:pt x="1194" y="650"/>
                      <a:pt x="1195" y="655"/>
                      <a:pt x="1195" y="659"/>
                    </a:cubicBezTo>
                    <a:cubicBezTo>
                      <a:pt x="1195" y="689"/>
                      <a:pt x="1195" y="721"/>
                      <a:pt x="1195" y="753"/>
                    </a:cubicBezTo>
                    <a:cubicBezTo>
                      <a:pt x="1195" y="757"/>
                      <a:pt x="1195" y="761"/>
                      <a:pt x="1192" y="763"/>
                    </a:cubicBezTo>
                    <a:cubicBezTo>
                      <a:pt x="1190" y="766"/>
                      <a:pt x="1188" y="768"/>
                      <a:pt x="1184" y="768"/>
                    </a:cubicBezTo>
                    <a:cubicBezTo>
                      <a:pt x="1158" y="772"/>
                      <a:pt x="1131" y="776"/>
                      <a:pt x="1105" y="781"/>
                    </a:cubicBezTo>
                    <a:cubicBezTo>
                      <a:pt x="1101" y="793"/>
                      <a:pt x="1096" y="806"/>
                      <a:pt x="1088" y="819"/>
                    </a:cubicBezTo>
                    <a:cubicBezTo>
                      <a:pt x="1099" y="836"/>
                      <a:pt x="1116" y="855"/>
                      <a:pt x="1135" y="879"/>
                    </a:cubicBezTo>
                    <a:cubicBezTo>
                      <a:pt x="1137" y="881"/>
                      <a:pt x="1139" y="885"/>
                      <a:pt x="1139" y="889"/>
                    </a:cubicBezTo>
                    <a:cubicBezTo>
                      <a:pt x="1139" y="892"/>
                      <a:pt x="1137" y="896"/>
                      <a:pt x="1135" y="898"/>
                    </a:cubicBezTo>
                    <a:cubicBezTo>
                      <a:pt x="1126" y="909"/>
                      <a:pt x="1111" y="923"/>
                      <a:pt x="1092" y="943"/>
                    </a:cubicBezTo>
                    <a:cubicBezTo>
                      <a:pt x="1071" y="962"/>
                      <a:pt x="1060" y="975"/>
                      <a:pt x="1052" y="975"/>
                    </a:cubicBezTo>
                    <a:moveTo>
                      <a:pt x="1448" y="1019"/>
                    </a:moveTo>
                    <a:cubicBezTo>
                      <a:pt x="1444" y="1028"/>
                      <a:pt x="1438" y="1037"/>
                      <a:pt x="1433" y="1045"/>
                    </a:cubicBezTo>
                    <a:cubicBezTo>
                      <a:pt x="1450" y="1084"/>
                      <a:pt x="1459" y="1107"/>
                      <a:pt x="1459" y="1116"/>
                    </a:cubicBezTo>
                    <a:cubicBezTo>
                      <a:pt x="1457" y="1116"/>
                      <a:pt x="1457" y="1118"/>
                      <a:pt x="1455" y="1118"/>
                    </a:cubicBezTo>
                    <a:cubicBezTo>
                      <a:pt x="1414" y="1143"/>
                      <a:pt x="1414" y="1143"/>
                      <a:pt x="1393" y="1156"/>
                    </a:cubicBezTo>
                    <a:cubicBezTo>
                      <a:pt x="1389" y="1156"/>
                      <a:pt x="1382" y="1148"/>
                      <a:pt x="1369" y="1131"/>
                    </a:cubicBezTo>
                    <a:cubicBezTo>
                      <a:pt x="1355" y="1115"/>
                      <a:pt x="1348" y="1103"/>
                      <a:pt x="1342" y="1098"/>
                    </a:cubicBezTo>
                    <a:cubicBezTo>
                      <a:pt x="1335" y="1098"/>
                      <a:pt x="1331" y="1098"/>
                      <a:pt x="1327" y="1098"/>
                    </a:cubicBezTo>
                    <a:cubicBezTo>
                      <a:pt x="1323" y="1098"/>
                      <a:pt x="1320" y="1098"/>
                      <a:pt x="1312" y="1098"/>
                    </a:cubicBezTo>
                    <a:cubicBezTo>
                      <a:pt x="1306" y="1103"/>
                      <a:pt x="1299" y="1116"/>
                      <a:pt x="1286" y="1131"/>
                    </a:cubicBezTo>
                    <a:cubicBezTo>
                      <a:pt x="1273" y="1148"/>
                      <a:pt x="1265" y="1156"/>
                      <a:pt x="1261" y="1156"/>
                    </a:cubicBezTo>
                    <a:cubicBezTo>
                      <a:pt x="1241" y="1143"/>
                      <a:pt x="1241" y="1143"/>
                      <a:pt x="1199" y="1118"/>
                    </a:cubicBezTo>
                    <a:cubicBezTo>
                      <a:pt x="1197" y="1118"/>
                      <a:pt x="1195" y="1116"/>
                      <a:pt x="1195" y="1116"/>
                    </a:cubicBezTo>
                    <a:cubicBezTo>
                      <a:pt x="1195" y="1107"/>
                      <a:pt x="1205" y="1084"/>
                      <a:pt x="1222" y="1045"/>
                    </a:cubicBezTo>
                    <a:cubicBezTo>
                      <a:pt x="1216" y="1037"/>
                      <a:pt x="1210" y="1028"/>
                      <a:pt x="1207" y="1019"/>
                    </a:cubicBezTo>
                    <a:cubicBezTo>
                      <a:pt x="1156" y="1013"/>
                      <a:pt x="1131" y="1007"/>
                      <a:pt x="1131" y="1003"/>
                    </a:cubicBezTo>
                    <a:cubicBezTo>
                      <a:pt x="1131" y="979"/>
                      <a:pt x="1131" y="955"/>
                      <a:pt x="1131" y="932"/>
                    </a:cubicBezTo>
                    <a:cubicBezTo>
                      <a:pt x="1131" y="926"/>
                      <a:pt x="1156" y="921"/>
                      <a:pt x="1207" y="915"/>
                    </a:cubicBezTo>
                    <a:cubicBezTo>
                      <a:pt x="1212" y="906"/>
                      <a:pt x="1216" y="896"/>
                      <a:pt x="1222" y="889"/>
                    </a:cubicBezTo>
                    <a:cubicBezTo>
                      <a:pt x="1205" y="849"/>
                      <a:pt x="1195" y="827"/>
                      <a:pt x="1195" y="817"/>
                    </a:cubicBezTo>
                    <a:cubicBezTo>
                      <a:pt x="1195" y="815"/>
                      <a:pt x="1197" y="815"/>
                      <a:pt x="1199" y="815"/>
                    </a:cubicBezTo>
                    <a:cubicBezTo>
                      <a:pt x="1199" y="813"/>
                      <a:pt x="1205" y="811"/>
                      <a:pt x="1216" y="804"/>
                    </a:cubicBezTo>
                    <a:cubicBezTo>
                      <a:pt x="1227" y="798"/>
                      <a:pt x="1237" y="793"/>
                      <a:pt x="1246" y="787"/>
                    </a:cubicBezTo>
                    <a:cubicBezTo>
                      <a:pt x="1256" y="781"/>
                      <a:pt x="1256" y="781"/>
                      <a:pt x="1261" y="780"/>
                    </a:cubicBezTo>
                    <a:cubicBezTo>
                      <a:pt x="1265" y="780"/>
                      <a:pt x="1273" y="787"/>
                      <a:pt x="1286" y="802"/>
                    </a:cubicBezTo>
                    <a:cubicBezTo>
                      <a:pt x="1299" y="819"/>
                      <a:pt x="1306" y="830"/>
                      <a:pt x="1312" y="838"/>
                    </a:cubicBezTo>
                    <a:cubicBezTo>
                      <a:pt x="1320" y="836"/>
                      <a:pt x="1323" y="836"/>
                      <a:pt x="1327" y="836"/>
                    </a:cubicBezTo>
                    <a:cubicBezTo>
                      <a:pt x="1331" y="836"/>
                      <a:pt x="1335" y="836"/>
                      <a:pt x="1342" y="838"/>
                    </a:cubicBezTo>
                    <a:cubicBezTo>
                      <a:pt x="1359" y="813"/>
                      <a:pt x="1376" y="795"/>
                      <a:pt x="1389" y="780"/>
                    </a:cubicBezTo>
                    <a:cubicBezTo>
                      <a:pt x="1389" y="780"/>
                      <a:pt x="1391" y="780"/>
                      <a:pt x="1393" y="780"/>
                    </a:cubicBezTo>
                    <a:cubicBezTo>
                      <a:pt x="1414" y="791"/>
                      <a:pt x="1416" y="791"/>
                      <a:pt x="1455" y="815"/>
                    </a:cubicBezTo>
                    <a:cubicBezTo>
                      <a:pt x="1457" y="815"/>
                      <a:pt x="1457" y="815"/>
                      <a:pt x="1459" y="817"/>
                    </a:cubicBezTo>
                    <a:cubicBezTo>
                      <a:pt x="1459" y="827"/>
                      <a:pt x="1450" y="849"/>
                      <a:pt x="1433" y="889"/>
                    </a:cubicBezTo>
                    <a:cubicBezTo>
                      <a:pt x="1438" y="896"/>
                      <a:pt x="1444" y="906"/>
                      <a:pt x="1448" y="915"/>
                    </a:cubicBezTo>
                    <a:cubicBezTo>
                      <a:pt x="1498" y="921"/>
                      <a:pt x="1523" y="926"/>
                      <a:pt x="1523" y="932"/>
                    </a:cubicBezTo>
                    <a:cubicBezTo>
                      <a:pt x="1523" y="955"/>
                      <a:pt x="1523" y="979"/>
                      <a:pt x="1523" y="1003"/>
                    </a:cubicBezTo>
                    <a:cubicBezTo>
                      <a:pt x="1523" y="1007"/>
                      <a:pt x="1498" y="1013"/>
                      <a:pt x="1448" y="1019"/>
                    </a:cubicBezTo>
                    <a:moveTo>
                      <a:pt x="1448" y="495"/>
                    </a:moveTo>
                    <a:cubicBezTo>
                      <a:pt x="1444" y="503"/>
                      <a:pt x="1438" y="512"/>
                      <a:pt x="1433" y="522"/>
                    </a:cubicBezTo>
                    <a:cubicBezTo>
                      <a:pt x="1450" y="559"/>
                      <a:pt x="1459" y="584"/>
                      <a:pt x="1459" y="591"/>
                    </a:cubicBezTo>
                    <a:cubicBezTo>
                      <a:pt x="1459" y="593"/>
                      <a:pt x="1457" y="595"/>
                      <a:pt x="1455" y="595"/>
                    </a:cubicBezTo>
                    <a:cubicBezTo>
                      <a:pt x="1414" y="620"/>
                      <a:pt x="1414" y="618"/>
                      <a:pt x="1393" y="631"/>
                    </a:cubicBezTo>
                    <a:cubicBezTo>
                      <a:pt x="1389" y="631"/>
                      <a:pt x="1382" y="623"/>
                      <a:pt x="1369" y="608"/>
                    </a:cubicBezTo>
                    <a:cubicBezTo>
                      <a:pt x="1355" y="591"/>
                      <a:pt x="1348" y="580"/>
                      <a:pt x="1342" y="572"/>
                    </a:cubicBezTo>
                    <a:cubicBezTo>
                      <a:pt x="1335" y="574"/>
                      <a:pt x="1331" y="574"/>
                      <a:pt x="1327" y="574"/>
                    </a:cubicBezTo>
                    <a:cubicBezTo>
                      <a:pt x="1323" y="574"/>
                      <a:pt x="1320" y="574"/>
                      <a:pt x="1312" y="572"/>
                    </a:cubicBezTo>
                    <a:cubicBezTo>
                      <a:pt x="1306" y="580"/>
                      <a:pt x="1299" y="591"/>
                      <a:pt x="1286" y="608"/>
                    </a:cubicBezTo>
                    <a:cubicBezTo>
                      <a:pt x="1273" y="623"/>
                      <a:pt x="1265" y="631"/>
                      <a:pt x="1261" y="631"/>
                    </a:cubicBezTo>
                    <a:cubicBezTo>
                      <a:pt x="1241" y="618"/>
                      <a:pt x="1241" y="620"/>
                      <a:pt x="1199" y="595"/>
                    </a:cubicBezTo>
                    <a:cubicBezTo>
                      <a:pt x="1197" y="595"/>
                      <a:pt x="1195" y="593"/>
                      <a:pt x="1195" y="591"/>
                    </a:cubicBezTo>
                    <a:cubicBezTo>
                      <a:pt x="1195" y="584"/>
                      <a:pt x="1205" y="559"/>
                      <a:pt x="1222" y="522"/>
                    </a:cubicBezTo>
                    <a:cubicBezTo>
                      <a:pt x="1216" y="512"/>
                      <a:pt x="1210" y="503"/>
                      <a:pt x="1207" y="495"/>
                    </a:cubicBezTo>
                    <a:cubicBezTo>
                      <a:pt x="1156" y="490"/>
                      <a:pt x="1131" y="484"/>
                      <a:pt x="1131" y="478"/>
                    </a:cubicBezTo>
                    <a:cubicBezTo>
                      <a:pt x="1131" y="454"/>
                      <a:pt x="1131" y="431"/>
                      <a:pt x="1131" y="407"/>
                    </a:cubicBezTo>
                    <a:cubicBezTo>
                      <a:pt x="1131" y="401"/>
                      <a:pt x="1156" y="396"/>
                      <a:pt x="1207" y="392"/>
                    </a:cubicBezTo>
                    <a:cubicBezTo>
                      <a:pt x="1212" y="380"/>
                      <a:pt x="1216" y="373"/>
                      <a:pt x="1222" y="365"/>
                    </a:cubicBezTo>
                    <a:cubicBezTo>
                      <a:pt x="1205" y="326"/>
                      <a:pt x="1195" y="303"/>
                      <a:pt x="1195" y="294"/>
                    </a:cubicBezTo>
                    <a:cubicBezTo>
                      <a:pt x="1195" y="292"/>
                      <a:pt x="1197" y="292"/>
                      <a:pt x="1199" y="290"/>
                    </a:cubicBezTo>
                    <a:cubicBezTo>
                      <a:pt x="1205" y="286"/>
                      <a:pt x="1205" y="286"/>
                      <a:pt x="1216" y="281"/>
                    </a:cubicBezTo>
                    <a:cubicBezTo>
                      <a:pt x="1227" y="275"/>
                      <a:pt x="1237" y="269"/>
                      <a:pt x="1246" y="264"/>
                    </a:cubicBezTo>
                    <a:cubicBezTo>
                      <a:pt x="1256" y="258"/>
                      <a:pt x="1256" y="258"/>
                      <a:pt x="1261" y="254"/>
                    </a:cubicBezTo>
                    <a:cubicBezTo>
                      <a:pt x="1265" y="254"/>
                      <a:pt x="1273" y="262"/>
                      <a:pt x="1286" y="279"/>
                    </a:cubicBezTo>
                    <a:cubicBezTo>
                      <a:pt x="1299" y="294"/>
                      <a:pt x="1306" y="305"/>
                      <a:pt x="1312" y="313"/>
                    </a:cubicBezTo>
                    <a:cubicBezTo>
                      <a:pt x="1320" y="313"/>
                      <a:pt x="1323" y="313"/>
                      <a:pt x="1327" y="313"/>
                    </a:cubicBezTo>
                    <a:cubicBezTo>
                      <a:pt x="1331" y="313"/>
                      <a:pt x="1335" y="313"/>
                      <a:pt x="1342" y="313"/>
                    </a:cubicBezTo>
                    <a:cubicBezTo>
                      <a:pt x="1359" y="288"/>
                      <a:pt x="1376" y="269"/>
                      <a:pt x="1389" y="256"/>
                    </a:cubicBezTo>
                    <a:cubicBezTo>
                      <a:pt x="1389" y="256"/>
                      <a:pt x="1391" y="254"/>
                      <a:pt x="1393" y="254"/>
                    </a:cubicBezTo>
                    <a:cubicBezTo>
                      <a:pt x="1414" y="266"/>
                      <a:pt x="1416" y="268"/>
                      <a:pt x="1455" y="290"/>
                    </a:cubicBezTo>
                    <a:cubicBezTo>
                      <a:pt x="1457" y="292"/>
                      <a:pt x="1459" y="292"/>
                      <a:pt x="1459" y="294"/>
                    </a:cubicBezTo>
                    <a:cubicBezTo>
                      <a:pt x="1459" y="303"/>
                      <a:pt x="1450" y="326"/>
                      <a:pt x="1433" y="365"/>
                    </a:cubicBezTo>
                    <a:cubicBezTo>
                      <a:pt x="1438" y="373"/>
                      <a:pt x="1444" y="380"/>
                      <a:pt x="1448" y="392"/>
                    </a:cubicBezTo>
                    <a:cubicBezTo>
                      <a:pt x="1498" y="396"/>
                      <a:pt x="1523" y="401"/>
                      <a:pt x="1523" y="407"/>
                    </a:cubicBezTo>
                    <a:cubicBezTo>
                      <a:pt x="1523" y="431"/>
                      <a:pt x="1523" y="454"/>
                      <a:pt x="1523" y="478"/>
                    </a:cubicBezTo>
                    <a:cubicBezTo>
                      <a:pt x="1523" y="484"/>
                      <a:pt x="1498" y="490"/>
                      <a:pt x="1448" y="495"/>
                    </a:cubicBezTo>
                    <a:close/>
                  </a:path>
                </a:pathLst>
              </a:custGeom>
              <a:solidFill>
                <a:srgbClr val="a3238e"/>
              </a:solidFill>
              <a:ln>
                <a:noFill/>
              </a:ln>
            </p:spPr>
          </p:sp>
        </p:grpSp>
        <p:sp>
          <p:nvSpPr>
            <p:cNvPr id="107" name="Freeform 21"/>
            <p:cNvSpPr/>
            <p:nvPr/>
          </p:nvSpPr>
          <p:spPr>
            <a:xfrm>
              <a:off x="4723200" y="1994760"/>
              <a:ext cx="109800" cy="219960"/>
            </a:xfrm>
            <a:custGeom>
              <a:avLst/>
              <a:gdLst/>
              <a:ahLst/>
              <a:rect l="0" t="0" r="r" b="b"/>
              <a:pathLst>
                <a:path w="305" h="611">
                  <a:moveTo>
                    <a:pt x="0" y="307"/>
                  </a:moveTo>
                  <a:cubicBezTo>
                    <a:pt x="101" y="204"/>
                    <a:pt x="201" y="103"/>
                    <a:pt x="303" y="0"/>
                  </a:cubicBezTo>
                  <a:cubicBezTo>
                    <a:pt x="303" y="203"/>
                    <a:pt x="304" y="405"/>
                    <a:pt x="304" y="608"/>
                  </a:cubicBezTo>
                  <a:cubicBezTo>
                    <a:pt x="203" y="508"/>
                    <a:pt x="101" y="407"/>
                    <a:pt x="0" y="307"/>
                  </a:cubicBezTo>
                  <a:moveTo>
                    <a:pt x="1" y="610"/>
                  </a:moveTo>
                  <a:lnTo>
                    <a:pt x="1" y="610"/>
                  </a:lnTo>
                  <a:moveTo>
                    <a:pt x="303" y="0"/>
                  </a:moveTo>
                  <a:lnTo>
                    <a:pt x="303" y="0"/>
                  </a:lnTo>
                  <a:close/>
                </a:path>
              </a:pathLst>
            </a:custGeom>
            <a:solidFill>
              <a:srgbClr val="add58a"/>
            </a:solidFill>
            <a:ln w="9000">
              <a:solidFill>
                <a:srgbClr val="407927"/>
              </a:solidFill>
              <a:round/>
            </a:ln>
          </p:spPr>
        </p:sp>
        <p:sp>
          <p:nvSpPr>
            <p:cNvPr id="108" name="Freeform 22"/>
            <p:cNvSpPr/>
            <p:nvPr/>
          </p:nvSpPr>
          <p:spPr>
            <a:xfrm>
              <a:off x="3737160" y="1995120"/>
              <a:ext cx="109800" cy="220320"/>
            </a:xfrm>
            <a:custGeom>
              <a:avLst/>
              <a:gdLst/>
              <a:ahLst/>
              <a:rect l="0" t="0" r="r" b="b"/>
              <a:pathLst>
                <a:path w="305" h="612">
                  <a:moveTo>
                    <a:pt x="0" y="307"/>
                  </a:moveTo>
                  <a:cubicBezTo>
                    <a:pt x="101" y="205"/>
                    <a:pt x="202" y="103"/>
                    <a:pt x="303" y="0"/>
                  </a:cubicBezTo>
                  <a:cubicBezTo>
                    <a:pt x="303" y="203"/>
                    <a:pt x="304" y="405"/>
                    <a:pt x="304" y="608"/>
                  </a:cubicBezTo>
                  <a:cubicBezTo>
                    <a:pt x="203" y="508"/>
                    <a:pt x="101" y="408"/>
                    <a:pt x="0" y="307"/>
                  </a:cubicBezTo>
                  <a:moveTo>
                    <a:pt x="1" y="611"/>
                  </a:moveTo>
                  <a:lnTo>
                    <a:pt x="1" y="611"/>
                  </a:lnTo>
                  <a:moveTo>
                    <a:pt x="303" y="0"/>
                  </a:moveTo>
                  <a:lnTo>
                    <a:pt x="303" y="0"/>
                  </a:lnTo>
                  <a:close/>
                </a:path>
              </a:pathLst>
            </a:custGeom>
            <a:solidFill>
              <a:srgbClr val="add58a"/>
            </a:solidFill>
            <a:ln w="9000">
              <a:solidFill>
                <a:srgbClr val="407927"/>
              </a:solidFill>
              <a:round/>
            </a:ln>
          </p:spPr>
        </p:sp>
        <p:sp>
          <p:nvSpPr>
            <p:cNvPr id="109" name="Line 23"/>
            <p:cNvSpPr/>
            <p:nvPr/>
          </p:nvSpPr>
          <p:spPr>
            <a:xfrm flipH="1">
              <a:off x="5104080" y="2395800"/>
              <a:ext cx="764280" cy="0"/>
            </a:xfrm>
            <a:prstGeom prst="line">
              <a:avLst/>
            </a:prstGeom>
            <a:ln w="18360">
              <a:solidFill>
                <a:srgbClr val="55308d"/>
              </a:solidFill>
              <a:round/>
              <a:tailEnd len="med" type="triangle" w="med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" name="TextShape 24"/>
            <p:cNvSpPr txBox="1"/>
            <p:nvPr/>
          </p:nvSpPr>
          <p:spPr>
            <a:xfrm>
              <a:off x="5200560" y="2362680"/>
              <a:ext cx="590760" cy="31176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rIns="90000" tIns="45000" bIns="45000">
              <a:noAutofit/>
            </a:bodyPr>
            <a:p>
              <a:r>
                <a:rPr b="1" lang="en-US" sz="1200" spc="-1" strike="noStrike">
                  <a:solidFill>
                    <a:srgbClr val="a3238e"/>
                  </a:solidFill>
                  <a:latin typeface="Arial"/>
                </a:rPr>
                <a:t>ti</a:t>
              </a:r>
              <a:r>
                <a:rPr b="1" lang="en-US" sz="1200" spc="-1" strike="noStrike">
                  <a:solidFill>
                    <a:srgbClr val="a3238e"/>
                  </a:solidFill>
                  <a:latin typeface="Arial"/>
                </a:rPr>
                <a:t>m</a:t>
              </a:r>
              <a:r>
                <a:rPr b="1" lang="en-US" sz="1200" spc="-1" strike="noStrike">
                  <a:solidFill>
                    <a:srgbClr val="a3238e"/>
                  </a:solidFill>
                  <a:latin typeface="Arial"/>
                </a:rPr>
                <a:t>e</a:t>
              </a:r>
              <a:endParaRPr b="0" lang="en-US" sz="1200" spc="-1" strike="noStrike">
                <a:latin typeface="Arial"/>
              </a:endParaRPr>
            </a:p>
          </p:txBody>
        </p:sp>
        <p:sp>
          <p:nvSpPr>
            <p:cNvPr id="111" name="TextShape 25"/>
            <p:cNvSpPr txBox="1"/>
            <p:nvPr/>
          </p:nvSpPr>
          <p:spPr>
            <a:xfrm>
              <a:off x="4385880" y="1173600"/>
              <a:ext cx="2066400" cy="92304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rIns="90000" tIns="45000" bIns="45000">
              <a:noAutofit/>
            </a:bodyPr>
            <a:p>
              <a:pPr algn="ctr"/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E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x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t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e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r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o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c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e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p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t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i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v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e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 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a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n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d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 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p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r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o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p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r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i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o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c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e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p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t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i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v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e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 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D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a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t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a</a:t>
              </a:r>
              <a:endParaRPr b="1" lang="en-US" sz="1200" spc="-1" strike="noStrike">
                <a:solidFill>
                  <a:srgbClr val="800080"/>
                </a:solidFill>
                <a:latin typeface="Arial"/>
              </a:endParaRPr>
            </a:p>
          </p:txBody>
        </p:sp>
        <p:sp>
          <p:nvSpPr>
            <p:cNvPr id="112" name="TextShape 26"/>
            <p:cNvSpPr txBox="1"/>
            <p:nvPr/>
          </p:nvSpPr>
          <p:spPr>
            <a:xfrm>
              <a:off x="3535200" y="2507400"/>
              <a:ext cx="1557720" cy="48780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rIns="90000" tIns="45000" bIns="45000">
              <a:noAutofit/>
            </a:bodyPr>
            <a:p>
              <a:pPr algn="ctr"/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Anomal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y </a:t>
              </a:r>
              <a:endParaRPr b="0" lang="en-US" sz="1200" spc="-1" strike="noStrike">
                <a:solidFill>
                  <a:srgbClr val="800080"/>
                </a:solidFill>
                <a:latin typeface="Arial"/>
              </a:endParaRPr>
            </a:p>
            <a:p>
              <a:pPr algn="ctr"/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Detecti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on</a:t>
              </a:r>
              <a:endParaRPr b="0" lang="en-US" sz="1200" spc="-1" strike="noStrike">
                <a:solidFill>
                  <a:srgbClr val="800080"/>
                </a:solidFill>
                <a:latin typeface="Arial"/>
              </a:endParaRPr>
            </a:p>
          </p:txBody>
        </p:sp>
        <p:pic>
          <p:nvPicPr>
            <p:cNvPr id="113" name="" descr=""/>
            <p:cNvPicPr/>
            <p:nvPr/>
          </p:nvPicPr>
          <p:blipFill>
            <a:blip r:embed="rId1"/>
            <a:stretch/>
          </p:blipFill>
          <p:spPr>
            <a:xfrm>
              <a:off x="1564920" y="1874520"/>
              <a:ext cx="705960" cy="705960"/>
            </a:xfrm>
            <a:prstGeom prst="rect">
              <a:avLst/>
            </a:prstGeom>
            <a:ln>
              <a:noFill/>
            </a:ln>
          </p:spPr>
        </p:pic>
        <p:sp>
          <p:nvSpPr>
            <p:cNvPr id="114" name="TextShape 27"/>
            <p:cNvSpPr txBox="1"/>
            <p:nvPr/>
          </p:nvSpPr>
          <p:spPr>
            <a:xfrm>
              <a:off x="1562400" y="2531520"/>
              <a:ext cx="736560" cy="28692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rIns="90000" tIns="45000" bIns="45000">
              <a:noAutofit/>
            </a:bodyPr>
            <a:p>
              <a:pPr algn="ctr"/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M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o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de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ls</a:t>
              </a:r>
              <a:endParaRPr b="0" lang="en-US" sz="1200" spc="-1" strike="noStrike">
                <a:solidFill>
                  <a:srgbClr val="800080"/>
                </a:solidFill>
                <a:latin typeface="Arial"/>
              </a:endParaRPr>
            </a:p>
          </p:txBody>
        </p:sp>
        <p:sp>
          <p:nvSpPr>
            <p:cNvPr id="115" name="CustomShape 28"/>
            <p:cNvSpPr/>
            <p:nvPr/>
          </p:nvSpPr>
          <p:spPr>
            <a:xfrm>
              <a:off x="2784600" y="1693440"/>
              <a:ext cx="819360" cy="819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10800" y="0"/>
                  </a:moveTo>
                  <a:lnTo>
                    <a:pt x="21600" y="10800"/>
                  </a:lnTo>
                  <a:lnTo>
                    <a:pt x="10800" y="21600"/>
                  </a:lnTo>
                  <a:lnTo>
                    <a:pt x="0" y="1080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ff3838"/>
            </a:solidFill>
            <a:ln>
              <a:solidFill>
                <a:srgbClr val="ff0000"/>
              </a:solidFill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ctr">
              <a:noAutofit/>
            </a:bodyPr>
            <a:p>
              <a:pPr algn="ctr"/>
              <a:r>
                <a:rPr b="1" lang="en-US" sz="800" spc="-1" strike="noStrike">
                  <a:solidFill>
                    <a:srgbClr val="ffffff"/>
                  </a:solidFill>
                  <a:latin typeface="Arial"/>
                </a:rPr>
                <a:t>Ab</a:t>
              </a:r>
              <a:r>
                <a:rPr b="1" lang="en-US" sz="800" spc="-1" strike="noStrike">
                  <a:solidFill>
                    <a:srgbClr val="ffffff"/>
                  </a:solidFill>
                  <a:latin typeface="Arial"/>
                </a:rPr>
                <a:t>no</a:t>
              </a:r>
              <a:r>
                <a:rPr b="1" lang="en-US" sz="800" spc="-1" strike="noStrike">
                  <a:solidFill>
                    <a:srgbClr val="ffffff"/>
                  </a:solidFill>
                  <a:latin typeface="Arial"/>
                </a:rPr>
                <a:t>rm</a:t>
              </a:r>
              <a:r>
                <a:rPr b="1" lang="en-US" sz="800" spc="-1" strike="noStrike">
                  <a:solidFill>
                    <a:srgbClr val="ffffff"/>
                  </a:solidFill>
                  <a:latin typeface="Arial"/>
                </a:rPr>
                <a:t>al</a:t>
              </a:r>
              <a:r>
                <a:rPr b="1" lang="en-US" sz="800" spc="-1" strike="noStrike">
                  <a:solidFill>
                    <a:srgbClr val="ffffff"/>
                  </a:solidFill>
                  <a:latin typeface="Arial"/>
                </a:rPr>
                <a:t>?</a:t>
              </a:r>
              <a:endParaRPr b="1" lang="en-US" sz="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cxnSp>
          <p:nvCxnSpPr>
            <p:cNvPr id="116" name="Line 29"/>
            <p:cNvCxnSpPr>
              <a:stCxn id="115" idx="2"/>
              <a:endCxn id="114" idx="2"/>
            </p:cNvCxnSpPr>
            <p:nvPr/>
          </p:nvCxnSpPr>
          <p:spPr>
            <a:xfrm flipH="1">
              <a:off x="1930680" y="2512440"/>
              <a:ext cx="1263960" cy="306360"/>
            </a:xfrm>
            <a:prstGeom prst="bentConnector3">
              <a:avLst/>
            </a:prstGeom>
            <a:ln w="18360">
              <a:solidFill>
                <a:srgbClr val="5c2d91"/>
              </a:solidFill>
              <a:round/>
              <a:tailEnd len="med" type="triangle" w="med"/>
            </a:ln>
          </p:spPr>
        </p:cxnSp>
        <p:cxnSp>
          <p:nvCxnSpPr>
            <p:cNvPr id="117" name="Line 30"/>
            <p:cNvCxnSpPr>
              <a:stCxn id="115" idx="0"/>
              <a:endCxn id="113" idx="0"/>
            </p:cNvCxnSpPr>
            <p:nvPr/>
          </p:nvCxnSpPr>
          <p:spPr>
            <a:xfrm flipH="1">
              <a:off x="1917720" y="1693440"/>
              <a:ext cx="1276920" cy="181440"/>
            </a:xfrm>
            <a:prstGeom prst="bentConnector3">
              <a:avLst/>
            </a:prstGeom>
            <a:ln w="18360">
              <a:solidFill>
                <a:srgbClr val="5c2d91"/>
              </a:solidFill>
              <a:round/>
              <a:tailEnd len="med" type="triangle" w="med"/>
            </a:ln>
          </p:spPr>
        </p:cxnSp>
        <p:sp>
          <p:nvSpPr>
            <p:cNvPr id="118" name="TextShape 31"/>
            <p:cNvSpPr txBox="1"/>
            <p:nvPr/>
          </p:nvSpPr>
          <p:spPr>
            <a:xfrm>
              <a:off x="2785320" y="2582280"/>
              <a:ext cx="481680" cy="28440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rIns="90000" tIns="45000" bIns="45000">
              <a:noAutofit/>
            </a:bodyPr>
            <a:p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Yes</a:t>
              </a:r>
              <a:endParaRPr b="0" lang="en-US" sz="1200" spc="-1" strike="noStrike">
                <a:solidFill>
                  <a:srgbClr val="800080"/>
                </a:solidFill>
                <a:latin typeface="Arial"/>
              </a:endParaRPr>
            </a:p>
          </p:txBody>
        </p:sp>
        <p:sp>
          <p:nvSpPr>
            <p:cNvPr id="119" name="TextShape 32"/>
            <p:cNvSpPr txBox="1"/>
            <p:nvPr/>
          </p:nvSpPr>
          <p:spPr>
            <a:xfrm>
              <a:off x="2835000" y="1420560"/>
              <a:ext cx="417960" cy="27720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rIns="90000" tIns="45000" bIns="45000">
              <a:noAutofit/>
            </a:bodyPr>
            <a:p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N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o</a:t>
              </a:r>
              <a:endParaRPr b="0" lang="en-US" sz="1200" spc="-1" strike="noStrike">
                <a:solidFill>
                  <a:srgbClr val="800080"/>
                </a:solidFill>
                <a:latin typeface="Arial"/>
              </a:endParaRPr>
            </a:p>
          </p:txBody>
        </p:sp>
        <p:sp>
          <p:nvSpPr>
            <p:cNvPr id="120" name="TextShape 33"/>
            <p:cNvSpPr txBox="1"/>
            <p:nvPr/>
          </p:nvSpPr>
          <p:spPr>
            <a:xfrm>
              <a:off x="1815120" y="703440"/>
              <a:ext cx="1628280" cy="47736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rIns="90000" tIns="45000" bIns="45000">
              <a:noAutofit/>
            </a:bodyPr>
            <a:p>
              <a:pPr algn="ctr"/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C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o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n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t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i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n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u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e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 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t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o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 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u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s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e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 </a:t>
              </a:r>
              <a:br/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t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h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e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 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e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x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i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s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t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i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n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g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 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m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o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d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e</a:t>
              </a:r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l</a:t>
              </a:r>
              <a:endParaRPr b="0" lang="en-US" sz="1200" spc="-1" strike="noStrike">
                <a:solidFill>
                  <a:srgbClr val="800080"/>
                </a:solidFill>
                <a:latin typeface="Arial"/>
              </a:endParaRPr>
            </a:p>
          </p:txBody>
        </p:sp>
        <p:sp>
          <p:nvSpPr>
            <p:cNvPr id="121" name="TextShape 34"/>
            <p:cNvSpPr txBox="1"/>
            <p:nvPr/>
          </p:nvSpPr>
          <p:spPr>
            <a:xfrm>
              <a:off x="1776240" y="3171960"/>
              <a:ext cx="1729080" cy="44676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rIns="90000" tIns="45000" bIns="45000">
              <a:noAutofit/>
            </a:bodyPr>
            <a:p>
              <a:pPr algn="ctr"/>
              <a:r>
                <a:rPr b="1" lang="en-US" sz="1200" spc="-1" strike="noStrike">
                  <a:solidFill>
                    <a:srgbClr val="800080"/>
                  </a:solidFill>
                  <a:latin typeface="Arial"/>
                </a:rPr>
                <a:t>Create a new model</a:t>
              </a:r>
              <a:endParaRPr b="0" lang="en-US" sz="1200" spc="-1" strike="noStrike">
                <a:solidFill>
                  <a:srgbClr val="800080"/>
                </a:solidFill>
                <a:latin typeface="Arial"/>
              </a:endParaRPr>
            </a:p>
          </p:txBody>
        </p:sp>
        <p:pic>
          <p:nvPicPr>
            <p:cNvPr id="122" name="" descr=""/>
            <p:cNvPicPr/>
            <p:nvPr/>
          </p:nvPicPr>
          <p:blipFill>
            <a:blip r:embed="rId2"/>
            <a:stretch/>
          </p:blipFill>
          <p:spPr>
            <a:xfrm>
              <a:off x="6476760" y="1095480"/>
              <a:ext cx="2378520" cy="1681920"/>
            </a:xfrm>
            <a:prstGeom prst="rect">
              <a:avLst/>
            </a:prstGeom>
            <a:ln>
              <a:noFill/>
            </a:ln>
          </p:spPr>
        </p:pic>
        <p:cxnSp>
          <p:nvCxnSpPr>
            <p:cNvPr id="123" name="Line 35"/>
            <p:cNvCxnSpPr>
              <a:endCxn id="93" idx="3"/>
            </p:cNvCxnSpPr>
            <p:nvPr/>
          </p:nvCxnSpPr>
          <p:spPr>
            <a:xfrm flipH="1" flipV="1">
              <a:off x="6652800" y="1080720"/>
              <a:ext cx="707760" cy="945000"/>
            </a:xfrm>
            <a:prstGeom prst="bentConnector3">
              <a:avLst/>
            </a:prstGeom>
            <a:ln w="18360">
              <a:solidFill>
                <a:srgbClr val="00aaad"/>
              </a:solidFill>
              <a:round/>
              <a:headEnd len="med" type="oval" w="med"/>
              <a:tailEnd len="med" type="triangle" w="med"/>
            </a:ln>
          </p:spPr>
        </p:cxnSp>
        <p:grpSp>
          <p:nvGrpSpPr>
            <p:cNvPr id="124" name="Group 36"/>
            <p:cNvGrpSpPr/>
            <p:nvPr/>
          </p:nvGrpSpPr>
          <p:grpSpPr>
            <a:xfrm>
              <a:off x="5876640" y="2986920"/>
              <a:ext cx="2473560" cy="623880"/>
              <a:chOff x="5876640" y="2986920"/>
              <a:chExt cx="2473560" cy="623880"/>
            </a:xfrm>
          </p:grpSpPr>
          <p:sp>
            <p:nvSpPr>
              <p:cNvPr id="125" name="CustomShape 37"/>
              <p:cNvSpPr/>
              <p:nvPr/>
            </p:nvSpPr>
            <p:spPr>
              <a:xfrm>
                <a:off x="7853400" y="3147840"/>
                <a:ext cx="496800" cy="109080"/>
              </a:xfrm>
              <a:custGeom>
                <a:avLst/>
                <a:gdLst/>
                <a:ahLst/>
                <a:rect l="0" t="0" r="r" b="b"/>
                <a:pathLst>
                  <a:path w="1382" h="305">
                    <a:moveTo>
                      <a:pt x="22" y="0"/>
                    </a:moveTo>
                    <a:lnTo>
                      <a:pt x="22" y="0"/>
                    </a:lnTo>
                    <a:cubicBezTo>
                      <a:pt x="18" y="0"/>
                      <a:pt x="15" y="1"/>
                      <a:pt x="11" y="3"/>
                    </a:cubicBezTo>
                    <a:cubicBezTo>
                      <a:pt x="8" y="5"/>
                      <a:pt x="5" y="8"/>
                      <a:pt x="3" y="11"/>
                    </a:cubicBezTo>
                    <a:cubicBezTo>
                      <a:pt x="1" y="15"/>
                      <a:pt x="0" y="18"/>
                      <a:pt x="0" y="22"/>
                    </a:cubicBezTo>
                    <a:lnTo>
                      <a:pt x="0" y="281"/>
                    </a:lnTo>
                    <a:lnTo>
                      <a:pt x="0" y="282"/>
                    </a:lnTo>
                    <a:cubicBezTo>
                      <a:pt x="0" y="286"/>
                      <a:pt x="1" y="289"/>
                      <a:pt x="3" y="293"/>
                    </a:cubicBezTo>
                    <a:cubicBezTo>
                      <a:pt x="5" y="296"/>
                      <a:pt x="8" y="299"/>
                      <a:pt x="11" y="301"/>
                    </a:cubicBezTo>
                    <a:cubicBezTo>
                      <a:pt x="15" y="303"/>
                      <a:pt x="18" y="304"/>
                      <a:pt x="22" y="304"/>
                    </a:cubicBezTo>
                    <a:lnTo>
                      <a:pt x="1358" y="304"/>
                    </a:lnTo>
                    <a:lnTo>
                      <a:pt x="1359" y="304"/>
                    </a:lnTo>
                    <a:cubicBezTo>
                      <a:pt x="1363" y="304"/>
                      <a:pt x="1366" y="303"/>
                      <a:pt x="1370" y="301"/>
                    </a:cubicBezTo>
                    <a:cubicBezTo>
                      <a:pt x="1373" y="299"/>
                      <a:pt x="1376" y="296"/>
                      <a:pt x="1378" y="293"/>
                    </a:cubicBezTo>
                    <a:cubicBezTo>
                      <a:pt x="1380" y="289"/>
                      <a:pt x="1381" y="286"/>
                      <a:pt x="1381" y="282"/>
                    </a:cubicBezTo>
                    <a:lnTo>
                      <a:pt x="1381" y="22"/>
                    </a:lnTo>
                    <a:lnTo>
                      <a:pt x="1381" y="22"/>
                    </a:lnTo>
                    <a:lnTo>
                      <a:pt x="1381" y="22"/>
                    </a:lnTo>
                    <a:cubicBezTo>
                      <a:pt x="1381" y="18"/>
                      <a:pt x="1380" y="15"/>
                      <a:pt x="1378" y="11"/>
                    </a:cubicBezTo>
                    <a:cubicBezTo>
                      <a:pt x="1376" y="8"/>
                      <a:pt x="1373" y="5"/>
                      <a:pt x="1370" y="3"/>
                    </a:cubicBezTo>
                    <a:cubicBezTo>
                      <a:pt x="1366" y="1"/>
                      <a:pt x="1363" y="0"/>
                      <a:pt x="1359" y="0"/>
                    </a:cubicBezTo>
                    <a:lnTo>
                      <a:pt x="22" y="0"/>
                    </a:lnTo>
                  </a:path>
                </a:pathLst>
              </a:custGeom>
              <a:solidFill>
                <a:srgbClr val="729fcf"/>
              </a:solidFill>
              <a:ln w="9000">
                <a:solidFill>
                  <a:srgbClr val="3465a4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6" name="CustomShape 38"/>
              <p:cNvSpPr/>
              <p:nvPr/>
            </p:nvSpPr>
            <p:spPr>
              <a:xfrm>
                <a:off x="7853400" y="3341880"/>
                <a:ext cx="496800" cy="109080"/>
              </a:xfrm>
              <a:custGeom>
                <a:avLst/>
                <a:gdLst/>
                <a:ahLst/>
                <a:rect l="0" t="0" r="r" b="b"/>
                <a:pathLst>
                  <a:path w="1382" h="305">
                    <a:moveTo>
                      <a:pt x="22" y="0"/>
                    </a:moveTo>
                    <a:lnTo>
                      <a:pt x="22" y="0"/>
                    </a:lnTo>
                    <a:cubicBezTo>
                      <a:pt x="18" y="0"/>
                      <a:pt x="15" y="1"/>
                      <a:pt x="11" y="3"/>
                    </a:cubicBezTo>
                    <a:cubicBezTo>
                      <a:pt x="8" y="5"/>
                      <a:pt x="5" y="8"/>
                      <a:pt x="3" y="11"/>
                    </a:cubicBezTo>
                    <a:cubicBezTo>
                      <a:pt x="1" y="15"/>
                      <a:pt x="0" y="18"/>
                      <a:pt x="0" y="22"/>
                    </a:cubicBezTo>
                    <a:lnTo>
                      <a:pt x="0" y="281"/>
                    </a:lnTo>
                    <a:lnTo>
                      <a:pt x="0" y="282"/>
                    </a:lnTo>
                    <a:cubicBezTo>
                      <a:pt x="0" y="286"/>
                      <a:pt x="1" y="289"/>
                      <a:pt x="3" y="293"/>
                    </a:cubicBezTo>
                    <a:cubicBezTo>
                      <a:pt x="5" y="296"/>
                      <a:pt x="8" y="299"/>
                      <a:pt x="11" y="301"/>
                    </a:cubicBezTo>
                    <a:cubicBezTo>
                      <a:pt x="15" y="303"/>
                      <a:pt x="18" y="304"/>
                      <a:pt x="22" y="304"/>
                    </a:cubicBezTo>
                    <a:lnTo>
                      <a:pt x="1358" y="304"/>
                    </a:lnTo>
                    <a:lnTo>
                      <a:pt x="1359" y="304"/>
                    </a:lnTo>
                    <a:cubicBezTo>
                      <a:pt x="1363" y="304"/>
                      <a:pt x="1366" y="303"/>
                      <a:pt x="1370" y="301"/>
                    </a:cubicBezTo>
                    <a:cubicBezTo>
                      <a:pt x="1373" y="299"/>
                      <a:pt x="1376" y="296"/>
                      <a:pt x="1378" y="293"/>
                    </a:cubicBezTo>
                    <a:cubicBezTo>
                      <a:pt x="1380" y="289"/>
                      <a:pt x="1381" y="286"/>
                      <a:pt x="1381" y="282"/>
                    </a:cubicBezTo>
                    <a:lnTo>
                      <a:pt x="1381" y="22"/>
                    </a:lnTo>
                    <a:lnTo>
                      <a:pt x="1381" y="22"/>
                    </a:lnTo>
                    <a:lnTo>
                      <a:pt x="1381" y="22"/>
                    </a:lnTo>
                    <a:cubicBezTo>
                      <a:pt x="1381" y="18"/>
                      <a:pt x="1380" y="15"/>
                      <a:pt x="1378" y="11"/>
                    </a:cubicBezTo>
                    <a:cubicBezTo>
                      <a:pt x="1376" y="8"/>
                      <a:pt x="1373" y="5"/>
                      <a:pt x="1370" y="3"/>
                    </a:cubicBezTo>
                    <a:cubicBezTo>
                      <a:pt x="1366" y="1"/>
                      <a:pt x="1363" y="0"/>
                      <a:pt x="1359" y="0"/>
                    </a:cubicBezTo>
                    <a:lnTo>
                      <a:pt x="22" y="0"/>
                    </a:lnTo>
                  </a:path>
                </a:pathLst>
              </a:custGeom>
              <a:solidFill>
                <a:srgbClr val="00aaad"/>
              </a:solidFill>
              <a:ln w="9000">
                <a:solidFill>
                  <a:srgbClr val="158466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27" name="TextShape 39"/>
              <p:cNvSpPr txBox="1"/>
              <p:nvPr/>
            </p:nvSpPr>
            <p:spPr>
              <a:xfrm>
                <a:off x="5876640" y="2986920"/>
                <a:ext cx="2058480" cy="431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rIns="90000" tIns="45000" bIns="45000">
                <a:noAutofit/>
              </a:bodyPr>
              <a:p>
                <a:r>
                  <a:rPr b="1" lang="en-US" sz="1200" spc="-1" strike="noStrike">
                    <a:solidFill>
                      <a:srgbClr val="0066b3"/>
                    </a:solidFill>
                    <a:latin typeface="Arial"/>
                  </a:rPr>
                  <a:t>Exteroceptive sensors</a:t>
                </a:r>
                <a:endParaRPr b="0" lang="en-US" sz="1200" spc="-1" strike="noStrike">
                  <a:latin typeface="Arial"/>
                </a:endParaRPr>
              </a:p>
            </p:txBody>
          </p:sp>
          <p:sp>
            <p:nvSpPr>
              <p:cNvPr id="128" name="TextShape 40"/>
              <p:cNvSpPr txBox="1"/>
              <p:nvPr/>
            </p:nvSpPr>
            <p:spPr>
              <a:xfrm>
                <a:off x="5881320" y="3179160"/>
                <a:ext cx="2058120" cy="431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rIns="90000" tIns="45000" bIns="45000">
                <a:noAutofit/>
              </a:bodyPr>
              <a:p>
                <a:r>
                  <a:rPr b="1" lang="en-US" sz="1200" spc="-1" strike="noStrike">
                    <a:solidFill>
                      <a:srgbClr val="00aaad"/>
                    </a:solidFill>
                    <a:latin typeface="Arial"/>
                  </a:rPr>
                  <a:t>P</a:t>
                </a:r>
                <a:r>
                  <a:rPr b="1" lang="en-US" sz="1200" spc="-1" strike="noStrike">
                    <a:solidFill>
                      <a:srgbClr val="00aaad"/>
                    </a:solidFill>
                    <a:latin typeface="Arial"/>
                  </a:rPr>
                  <a:t>ro</a:t>
                </a:r>
                <a:r>
                  <a:rPr b="1" lang="en-US" sz="1200" spc="-1" strike="noStrike">
                    <a:solidFill>
                      <a:srgbClr val="00aaad"/>
                    </a:solidFill>
                    <a:latin typeface="Arial"/>
                  </a:rPr>
                  <a:t>pr</a:t>
                </a:r>
                <a:r>
                  <a:rPr b="1" lang="en-US" sz="1200" spc="-1" strike="noStrike">
                    <a:solidFill>
                      <a:srgbClr val="00aaad"/>
                    </a:solidFill>
                    <a:latin typeface="Arial"/>
                  </a:rPr>
                  <a:t>io</a:t>
                </a:r>
                <a:r>
                  <a:rPr b="1" lang="en-US" sz="1200" spc="-1" strike="noStrike">
                    <a:solidFill>
                      <a:srgbClr val="00aaad"/>
                    </a:solidFill>
                    <a:latin typeface="Arial"/>
                  </a:rPr>
                  <a:t>c</a:t>
                </a:r>
                <a:r>
                  <a:rPr b="1" lang="en-US" sz="1200" spc="-1" strike="noStrike">
                    <a:solidFill>
                      <a:srgbClr val="00aaad"/>
                    </a:solidFill>
                    <a:latin typeface="Arial"/>
                  </a:rPr>
                  <a:t>e</a:t>
                </a:r>
                <a:r>
                  <a:rPr b="1" lang="en-US" sz="1200" spc="-1" strike="noStrike">
                    <a:solidFill>
                      <a:srgbClr val="00aaad"/>
                    </a:solidFill>
                    <a:latin typeface="Arial"/>
                  </a:rPr>
                  <a:t>pt</a:t>
                </a:r>
                <a:r>
                  <a:rPr b="1" lang="en-US" sz="1200" spc="-1" strike="noStrike">
                    <a:solidFill>
                      <a:srgbClr val="00aaad"/>
                    </a:solidFill>
                    <a:latin typeface="Arial"/>
                  </a:rPr>
                  <a:t>iv</a:t>
                </a:r>
                <a:r>
                  <a:rPr b="1" lang="en-US" sz="1200" spc="-1" strike="noStrike">
                    <a:solidFill>
                      <a:srgbClr val="00aaad"/>
                    </a:solidFill>
                    <a:latin typeface="Arial"/>
                  </a:rPr>
                  <a:t>e </a:t>
                </a:r>
                <a:r>
                  <a:rPr b="1" lang="en-US" sz="1200" spc="-1" strike="noStrike">
                    <a:solidFill>
                      <a:srgbClr val="00aaad"/>
                    </a:solidFill>
                    <a:latin typeface="Arial"/>
                  </a:rPr>
                  <a:t>s</a:t>
                </a:r>
                <a:r>
                  <a:rPr b="1" lang="en-US" sz="1200" spc="-1" strike="noStrike">
                    <a:solidFill>
                      <a:srgbClr val="00aaad"/>
                    </a:solidFill>
                    <a:latin typeface="Arial"/>
                  </a:rPr>
                  <a:t>e</a:t>
                </a:r>
                <a:r>
                  <a:rPr b="1" lang="en-US" sz="1200" spc="-1" strike="noStrike">
                    <a:solidFill>
                      <a:srgbClr val="00aaad"/>
                    </a:solidFill>
                    <a:latin typeface="Arial"/>
                  </a:rPr>
                  <a:t>n</a:t>
                </a:r>
                <a:r>
                  <a:rPr b="1" lang="en-US" sz="1200" spc="-1" strike="noStrike">
                    <a:solidFill>
                      <a:srgbClr val="00aaad"/>
                    </a:solidFill>
                    <a:latin typeface="Arial"/>
                  </a:rPr>
                  <a:t>s</a:t>
                </a:r>
                <a:r>
                  <a:rPr b="1" lang="en-US" sz="1200" spc="-1" strike="noStrike">
                    <a:solidFill>
                      <a:srgbClr val="00aaad"/>
                    </a:solidFill>
                    <a:latin typeface="Arial"/>
                  </a:rPr>
                  <a:t>or</a:t>
                </a:r>
                <a:r>
                  <a:rPr b="1" lang="en-US" sz="1200" spc="-1" strike="noStrike">
                    <a:solidFill>
                      <a:srgbClr val="00aaad"/>
                    </a:solidFill>
                    <a:latin typeface="Arial"/>
                  </a:rPr>
                  <a:t>s</a:t>
                </a:r>
                <a:endParaRPr b="0" lang="en-US" sz="1200" spc="-1" strike="noStrike">
                  <a:latin typeface="Arial"/>
                </a:endParaRPr>
              </a:p>
            </p:txBody>
          </p:sp>
        </p:grpSp>
        <p:cxnSp>
          <p:nvCxnSpPr>
            <p:cNvPr id="129" name="Line 41"/>
            <p:cNvCxnSpPr>
              <a:endCxn id="92" idx="3"/>
            </p:cNvCxnSpPr>
            <p:nvPr/>
          </p:nvCxnSpPr>
          <p:spPr>
            <a:xfrm flipH="1">
              <a:off x="6905160" y="2340360"/>
              <a:ext cx="735120" cy="352080"/>
            </a:xfrm>
            <a:prstGeom prst="bentConnector3">
              <a:avLst/>
            </a:prstGeom>
            <a:ln w="18360">
              <a:solidFill>
                <a:srgbClr val="0066b3"/>
              </a:solidFill>
              <a:round/>
              <a:headEnd len="med" type="oval" w="med"/>
              <a:tailEnd len="med" type="triangle" w="med"/>
            </a:ln>
          </p:spPr>
        </p:cxnSp>
        <p:sp>
          <p:nvSpPr>
            <p:cNvPr id="130" name="Freeform 42"/>
            <p:cNvSpPr/>
            <p:nvPr/>
          </p:nvSpPr>
          <p:spPr>
            <a:xfrm>
              <a:off x="6019200" y="1994760"/>
              <a:ext cx="109800" cy="219960"/>
            </a:xfrm>
            <a:custGeom>
              <a:avLst/>
              <a:gdLst/>
              <a:ahLst/>
              <a:rect l="0" t="0" r="r" b="b"/>
              <a:pathLst>
                <a:path w="305" h="611">
                  <a:moveTo>
                    <a:pt x="0" y="307"/>
                  </a:moveTo>
                  <a:cubicBezTo>
                    <a:pt x="101" y="204"/>
                    <a:pt x="201" y="103"/>
                    <a:pt x="303" y="0"/>
                  </a:cubicBezTo>
                  <a:cubicBezTo>
                    <a:pt x="303" y="203"/>
                    <a:pt x="304" y="405"/>
                    <a:pt x="304" y="608"/>
                  </a:cubicBezTo>
                  <a:cubicBezTo>
                    <a:pt x="203" y="508"/>
                    <a:pt x="101" y="407"/>
                    <a:pt x="0" y="307"/>
                  </a:cubicBezTo>
                  <a:moveTo>
                    <a:pt x="1" y="610"/>
                  </a:moveTo>
                  <a:lnTo>
                    <a:pt x="1" y="610"/>
                  </a:lnTo>
                  <a:moveTo>
                    <a:pt x="303" y="0"/>
                  </a:moveTo>
                  <a:lnTo>
                    <a:pt x="303" y="0"/>
                  </a:lnTo>
                  <a:close/>
                </a:path>
              </a:pathLst>
            </a:custGeom>
            <a:solidFill>
              <a:srgbClr val="add58a"/>
            </a:solidFill>
            <a:ln w="9000">
              <a:solidFill>
                <a:srgbClr val="407927"/>
              </a:solidFill>
              <a:round/>
            </a:ln>
          </p:spPr>
        </p:sp>
      </p:grpSp>
      <p:grpSp>
        <p:nvGrpSpPr>
          <p:cNvPr id="131" name="Group 43"/>
          <p:cNvGrpSpPr/>
          <p:nvPr/>
        </p:nvGrpSpPr>
        <p:grpSpPr>
          <a:xfrm>
            <a:off x="1908720" y="3762720"/>
            <a:ext cx="6037920" cy="2804400"/>
            <a:chOff x="1908720" y="3762720"/>
            <a:chExt cx="6037920" cy="2804400"/>
          </a:xfrm>
        </p:grpSpPr>
        <p:grpSp>
          <p:nvGrpSpPr>
            <p:cNvPr id="132" name="Group 44"/>
            <p:cNvGrpSpPr/>
            <p:nvPr/>
          </p:nvGrpSpPr>
          <p:grpSpPr>
            <a:xfrm>
              <a:off x="1908720" y="3762720"/>
              <a:ext cx="6037920" cy="2804400"/>
              <a:chOff x="1908720" y="3762720"/>
              <a:chExt cx="6037920" cy="2804400"/>
            </a:xfrm>
          </p:grpSpPr>
          <p:pic>
            <p:nvPicPr>
              <p:cNvPr id="133" name="" descr=""/>
              <p:cNvPicPr/>
              <p:nvPr/>
            </p:nvPicPr>
            <p:blipFill>
              <a:blip r:embed="rId3"/>
              <a:stretch/>
            </p:blipFill>
            <p:spPr>
              <a:xfrm>
                <a:off x="1908720" y="5673960"/>
                <a:ext cx="574920" cy="406800"/>
              </a:xfrm>
              <a:prstGeom prst="rect">
                <a:avLst/>
              </a:prstGeom>
              <a:ln>
                <a:noFill/>
              </a:ln>
            </p:spPr>
          </p:pic>
          <p:pic>
            <p:nvPicPr>
              <p:cNvPr id="134" name="" descr=""/>
              <p:cNvPicPr/>
              <p:nvPr/>
            </p:nvPicPr>
            <p:blipFill>
              <a:blip r:embed="rId4"/>
              <a:stretch/>
            </p:blipFill>
            <p:spPr>
              <a:xfrm>
                <a:off x="1908720" y="4297680"/>
                <a:ext cx="574920" cy="406440"/>
              </a:xfrm>
              <a:prstGeom prst="rect">
                <a:avLst/>
              </a:prstGeom>
              <a:ln>
                <a:noFill/>
              </a:ln>
            </p:spPr>
          </p:pic>
          <p:cxnSp>
            <p:nvCxnSpPr>
              <p:cNvPr id="135" name="Line 45"/>
              <p:cNvCxnSpPr/>
              <p:nvPr/>
            </p:nvCxnSpPr>
            <p:spPr>
              <a:xfrm>
                <a:off x="2500560" y="4484520"/>
                <a:ext cx="519480" cy="2520"/>
              </a:xfrm>
              <a:prstGeom prst="straightConnector1">
                <a:avLst/>
              </a:prstGeom>
              <a:ln w="9000">
                <a:solidFill>
                  <a:srgbClr val="000000"/>
                </a:solidFill>
                <a:round/>
                <a:tailEnd len="med" type="triangle" w="med"/>
              </a:ln>
            </p:spPr>
          </p:cxnSp>
          <p:cxnSp>
            <p:nvCxnSpPr>
              <p:cNvPr id="136" name="Line 46"/>
              <p:cNvCxnSpPr/>
              <p:nvPr/>
            </p:nvCxnSpPr>
            <p:spPr>
              <a:xfrm>
                <a:off x="2498760" y="5860440"/>
                <a:ext cx="519480" cy="2160"/>
              </a:xfrm>
              <a:prstGeom prst="straightConnector1">
                <a:avLst/>
              </a:prstGeom>
              <a:ln w="9000">
                <a:solidFill>
                  <a:srgbClr val="000000"/>
                </a:solidFill>
                <a:round/>
                <a:tailEnd len="med" type="triangle" w="med"/>
              </a:ln>
            </p:spPr>
          </p:cxnSp>
          <p:sp>
            <p:nvSpPr>
              <p:cNvPr id="137" name="CustomShape 47"/>
              <p:cNvSpPr/>
              <p:nvPr/>
            </p:nvSpPr>
            <p:spPr>
              <a:xfrm>
                <a:off x="3077640" y="4334040"/>
                <a:ext cx="654480" cy="1664280"/>
              </a:xfrm>
              <a:prstGeom prst="rect">
                <a:avLst/>
              </a:prstGeom>
              <a:solidFill>
                <a:srgbClr val="dde8cb"/>
              </a:solidFill>
              <a:ln>
                <a:solidFill>
                  <a:srgbClr val="00a933"/>
                </a:solidFill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38" name="TextShape 48"/>
              <p:cNvSpPr txBox="1"/>
              <p:nvPr/>
            </p:nvSpPr>
            <p:spPr>
              <a:xfrm rot="16200000">
                <a:off x="2810880" y="4899600"/>
                <a:ext cx="1303920" cy="431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rIns="90000" tIns="45000" bIns="45000">
                <a:noAutofit/>
              </a:bodyPr>
              <a:p>
                <a:r>
                  <a:rPr b="1" lang="en-US" sz="1200" spc="-1" strike="noStrike">
                    <a:latin typeface="Arial"/>
                  </a:rPr>
                  <a:t>P</a:t>
                </a:r>
                <a:r>
                  <a:rPr b="1" lang="en-US" sz="1200" spc="-1" strike="noStrike">
                    <a:latin typeface="Arial"/>
                  </a:rPr>
                  <a:t>r</a:t>
                </a:r>
                <a:r>
                  <a:rPr b="1" lang="en-US" sz="1200" spc="-1" strike="noStrike">
                    <a:latin typeface="Arial"/>
                  </a:rPr>
                  <a:t>e</a:t>
                </a:r>
                <a:r>
                  <a:rPr b="1" lang="en-US" sz="1200" spc="-1" strike="noStrike">
                    <a:latin typeface="Arial"/>
                  </a:rPr>
                  <a:t>p</a:t>
                </a:r>
                <a:r>
                  <a:rPr b="1" lang="en-US" sz="1200" spc="-1" strike="noStrike">
                    <a:latin typeface="Arial"/>
                  </a:rPr>
                  <a:t>r</a:t>
                </a:r>
                <a:r>
                  <a:rPr b="1" lang="en-US" sz="1200" spc="-1" strike="noStrike">
                    <a:latin typeface="Arial"/>
                  </a:rPr>
                  <a:t>o</a:t>
                </a:r>
                <a:r>
                  <a:rPr b="1" lang="en-US" sz="1200" spc="-1" strike="noStrike">
                    <a:latin typeface="Arial"/>
                  </a:rPr>
                  <a:t>c</a:t>
                </a:r>
                <a:r>
                  <a:rPr b="1" lang="en-US" sz="1200" spc="-1" strike="noStrike">
                    <a:latin typeface="Arial"/>
                  </a:rPr>
                  <a:t>e</a:t>
                </a:r>
                <a:r>
                  <a:rPr b="1" lang="en-US" sz="1200" spc="-1" strike="noStrike">
                    <a:latin typeface="Arial"/>
                  </a:rPr>
                  <a:t>s</a:t>
                </a:r>
                <a:r>
                  <a:rPr b="1" lang="en-US" sz="1200" spc="-1" strike="noStrike">
                    <a:latin typeface="Arial"/>
                  </a:rPr>
                  <a:t>s</a:t>
                </a:r>
                <a:r>
                  <a:rPr b="1" lang="en-US" sz="1200" spc="-1" strike="noStrike">
                    <a:latin typeface="Arial"/>
                  </a:rPr>
                  <a:t>i</a:t>
                </a:r>
                <a:r>
                  <a:rPr b="1" lang="en-US" sz="1200" spc="-1" strike="noStrike">
                    <a:latin typeface="Arial"/>
                  </a:rPr>
                  <a:t>n</a:t>
                </a:r>
                <a:r>
                  <a:rPr b="1" lang="en-US" sz="1200" spc="-1" strike="noStrike">
                    <a:latin typeface="Arial"/>
                  </a:rPr>
                  <a:t>g</a:t>
                </a:r>
                <a:endParaRPr b="0" lang="en-US" sz="1200" spc="-1" strike="noStrike">
                  <a:latin typeface="Arial"/>
                </a:endParaRPr>
              </a:p>
            </p:txBody>
          </p:sp>
          <p:sp>
            <p:nvSpPr>
              <p:cNvPr id="139" name="TextShape 49"/>
              <p:cNvSpPr txBox="1"/>
              <p:nvPr/>
            </p:nvSpPr>
            <p:spPr>
              <a:xfrm rot="16200000">
                <a:off x="2121840" y="4726440"/>
                <a:ext cx="1183680" cy="77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rIns="90000" tIns="45000" bIns="45000">
                <a:noAutofit/>
              </a:bodyPr>
              <a:p>
                <a:pPr algn="ctr">
                  <a:lnSpc>
                    <a:spcPct val="100000"/>
                  </a:lnSpc>
                </a:pPr>
                <a:r>
                  <a:rPr b="0" lang="en-US" sz="1200" spc="-1" strike="noStrike">
                    <a:latin typeface="Arial"/>
                  </a:rPr>
                  <a:t>E</a:t>
                </a:r>
                <a:r>
                  <a:rPr b="0" lang="en-US" sz="1200" spc="-1" strike="noStrike">
                    <a:latin typeface="Arial"/>
                  </a:rPr>
                  <a:t>xt</a:t>
                </a:r>
                <a:r>
                  <a:rPr b="0" lang="en-US" sz="1200" spc="-1" strike="noStrike">
                    <a:latin typeface="Arial"/>
                  </a:rPr>
                  <a:t>er</a:t>
                </a:r>
                <a:r>
                  <a:rPr b="0" lang="en-US" sz="1200" spc="-1" strike="noStrike">
                    <a:latin typeface="Arial"/>
                  </a:rPr>
                  <a:t>o</a:t>
                </a:r>
                <a:r>
                  <a:rPr b="0" lang="en-US" sz="1200" spc="-1" strike="noStrike">
                    <a:latin typeface="Arial"/>
                  </a:rPr>
                  <a:t>c</a:t>
                </a:r>
                <a:r>
                  <a:rPr b="0" lang="en-US" sz="1200" spc="-1" strike="noStrike">
                    <a:latin typeface="Arial"/>
                  </a:rPr>
                  <a:t>e</a:t>
                </a:r>
                <a:r>
                  <a:rPr b="0" lang="en-US" sz="1200" spc="-1" strike="noStrike">
                    <a:latin typeface="Arial"/>
                  </a:rPr>
                  <a:t>pt</a:t>
                </a:r>
                <a:r>
                  <a:rPr b="0" lang="en-US" sz="1200" spc="-1" strike="noStrike">
                    <a:latin typeface="Arial"/>
                  </a:rPr>
                  <a:t>iv</a:t>
                </a:r>
                <a:r>
                  <a:rPr b="0" lang="en-US" sz="1200" spc="-1" strike="noStrike">
                    <a:latin typeface="Arial"/>
                  </a:rPr>
                  <a:t>e </a:t>
                </a:r>
                <a:endParaRPr b="0" lang="en-US" sz="12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b="0" lang="en-US" sz="1200" spc="-1" strike="noStrike">
                    <a:latin typeface="Arial"/>
                  </a:rPr>
                  <a:t>a</a:t>
                </a:r>
                <a:r>
                  <a:rPr b="0" lang="en-US" sz="1200" spc="-1" strike="noStrike">
                    <a:latin typeface="Arial"/>
                  </a:rPr>
                  <a:t>n</a:t>
                </a:r>
                <a:r>
                  <a:rPr b="0" lang="en-US" sz="1200" spc="-1" strike="noStrike">
                    <a:latin typeface="Arial"/>
                  </a:rPr>
                  <a:t>d </a:t>
                </a:r>
                <a:endParaRPr b="0" lang="en-US" sz="12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b="0" lang="en-US" sz="1200" spc="-1" strike="noStrike">
                    <a:latin typeface="Arial"/>
                  </a:rPr>
                  <a:t>pr</a:t>
                </a:r>
                <a:r>
                  <a:rPr b="0" lang="en-US" sz="1200" spc="-1" strike="noStrike">
                    <a:latin typeface="Arial"/>
                  </a:rPr>
                  <a:t>o</a:t>
                </a:r>
                <a:r>
                  <a:rPr b="0" lang="en-US" sz="1200" spc="-1" strike="noStrike">
                    <a:latin typeface="Arial"/>
                  </a:rPr>
                  <a:t>pr</a:t>
                </a:r>
                <a:r>
                  <a:rPr b="0" lang="en-US" sz="1200" spc="-1" strike="noStrike">
                    <a:latin typeface="Arial"/>
                  </a:rPr>
                  <a:t>io</a:t>
                </a:r>
                <a:r>
                  <a:rPr b="0" lang="en-US" sz="1200" spc="-1" strike="noStrike">
                    <a:latin typeface="Arial"/>
                  </a:rPr>
                  <a:t>c</a:t>
                </a:r>
                <a:r>
                  <a:rPr b="0" lang="en-US" sz="1200" spc="-1" strike="noStrike">
                    <a:latin typeface="Arial"/>
                  </a:rPr>
                  <a:t>e</a:t>
                </a:r>
                <a:r>
                  <a:rPr b="0" lang="en-US" sz="1200" spc="-1" strike="noStrike">
                    <a:latin typeface="Arial"/>
                  </a:rPr>
                  <a:t>pt</a:t>
                </a:r>
                <a:r>
                  <a:rPr b="0" lang="en-US" sz="1200" spc="-1" strike="noStrike">
                    <a:latin typeface="Arial"/>
                  </a:rPr>
                  <a:t>iv</a:t>
                </a:r>
                <a:r>
                  <a:rPr b="0" lang="en-US" sz="1200" spc="-1" strike="noStrike">
                    <a:latin typeface="Arial"/>
                  </a:rPr>
                  <a:t>e </a:t>
                </a:r>
                <a:endParaRPr b="0" lang="en-US" sz="1200" spc="-1" strike="noStrike">
                  <a:latin typeface="Arial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b="0" lang="en-US" sz="1200" spc="-1" strike="noStrike">
                    <a:latin typeface="Arial"/>
                  </a:rPr>
                  <a:t>d</a:t>
                </a:r>
                <a:r>
                  <a:rPr b="0" lang="en-US" sz="1200" spc="-1" strike="noStrike">
                    <a:latin typeface="Arial"/>
                  </a:rPr>
                  <a:t>at</a:t>
                </a:r>
                <a:r>
                  <a:rPr b="0" lang="en-US" sz="1200" spc="-1" strike="noStrike">
                    <a:latin typeface="Arial"/>
                  </a:rPr>
                  <a:t>a</a:t>
                </a:r>
                <a:endParaRPr b="0" lang="en-US" sz="1200" spc="-1" strike="noStrike">
                  <a:latin typeface="Arial"/>
                </a:endParaRPr>
              </a:p>
            </p:txBody>
          </p:sp>
          <p:sp>
            <p:nvSpPr>
              <p:cNvPr id="140" name="CustomShape 50"/>
              <p:cNvSpPr/>
              <p:nvPr/>
            </p:nvSpPr>
            <p:spPr>
              <a:xfrm>
                <a:off x="4113360" y="5134320"/>
                <a:ext cx="84240" cy="85680"/>
              </a:xfrm>
              <a:prstGeom prst="ellipse">
                <a:avLst/>
              </a:prstGeom>
              <a:solidFill>
                <a:srgbClr val="00aaad"/>
              </a:solidFill>
              <a:ln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</p:sp>
          <p:cxnSp>
            <p:nvCxnSpPr>
              <p:cNvPr id="141" name="Line 51"/>
              <p:cNvCxnSpPr>
                <a:stCxn id="137" idx="3"/>
                <a:endCxn id="140" idx="2"/>
              </p:cNvCxnSpPr>
              <p:nvPr/>
            </p:nvCxnSpPr>
            <p:spPr>
              <a:xfrm>
                <a:off x="3732120" y="5166000"/>
                <a:ext cx="381600" cy="11520"/>
              </a:xfrm>
              <a:prstGeom prst="straightConnector1">
                <a:avLst/>
              </a:prstGeom>
              <a:ln w="9000">
                <a:solidFill>
                  <a:srgbClr val="000000"/>
                </a:solidFill>
                <a:round/>
                <a:tailEnd len="med" type="triangle" w="med"/>
              </a:ln>
            </p:spPr>
          </p:cxnSp>
          <p:sp>
            <p:nvSpPr>
              <p:cNvPr id="142" name="CustomShape 52"/>
              <p:cNvSpPr/>
              <p:nvPr/>
            </p:nvSpPr>
            <p:spPr>
              <a:xfrm>
                <a:off x="4312080" y="4560120"/>
                <a:ext cx="83880" cy="85680"/>
              </a:xfrm>
              <a:prstGeom prst="ellipse">
                <a:avLst/>
              </a:prstGeom>
              <a:solidFill>
                <a:srgbClr val="00aaad"/>
              </a:solidFill>
              <a:ln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43" name="CustomShape 53"/>
              <p:cNvSpPr/>
              <p:nvPr/>
            </p:nvSpPr>
            <p:spPr>
              <a:xfrm>
                <a:off x="4311000" y="5692320"/>
                <a:ext cx="83880" cy="86040"/>
              </a:xfrm>
              <a:prstGeom prst="ellipse">
                <a:avLst/>
              </a:prstGeom>
              <a:solidFill>
                <a:srgbClr val="00aaad"/>
              </a:solidFill>
              <a:ln>
                <a:solidFill>
                  <a:srgbClr val="3465a4"/>
                </a:solidFill>
              </a:ln>
            </p:spPr>
            <p:style>
              <a:lnRef idx="0"/>
              <a:fillRef idx="0"/>
              <a:effectRef idx="0"/>
              <a:fontRef idx="minor"/>
            </p:style>
          </p:sp>
          <p:cxnSp>
            <p:nvCxnSpPr>
              <p:cNvPr id="144" name="Line 54"/>
              <p:cNvCxnSpPr>
                <a:stCxn id="140" idx="6"/>
                <a:endCxn id="142" idx="4"/>
              </p:cNvCxnSpPr>
              <p:nvPr/>
            </p:nvCxnSpPr>
            <p:spPr>
              <a:xfrm flipV="1">
                <a:off x="4197600" y="4645800"/>
                <a:ext cx="156960" cy="531720"/>
              </a:xfrm>
              <a:prstGeom prst="straightConnector1">
                <a:avLst/>
              </a:prstGeom>
              <a:ln w="9000">
                <a:solidFill>
                  <a:srgbClr val="000000"/>
                </a:solidFill>
                <a:round/>
                <a:tailEnd len="med" type="triangle" w="med"/>
              </a:ln>
            </p:spPr>
          </p:cxnSp>
          <p:sp>
            <p:nvSpPr>
              <p:cNvPr id="145" name="CustomShape 55"/>
              <p:cNvSpPr/>
              <p:nvPr/>
            </p:nvSpPr>
            <p:spPr>
              <a:xfrm rot="16200000">
                <a:off x="5582160" y="3141360"/>
                <a:ext cx="654480" cy="1896840"/>
              </a:xfrm>
              <a:prstGeom prst="rect">
                <a:avLst/>
              </a:prstGeom>
              <a:solidFill>
                <a:srgbClr val="dde8cb"/>
              </a:solidFill>
              <a:ln>
                <a:solidFill>
                  <a:srgbClr val="00a933"/>
                </a:solidFill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46" name="TextShape 56"/>
              <p:cNvSpPr txBox="1"/>
              <p:nvPr/>
            </p:nvSpPr>
            <p:spPr>
              <a:xfrm>
                <a:off x="5343840" y="3893400"/>
                <a:ext cx="1132200" cy="431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rIns="90000" tIns="45000" bIns="45000">
                <a:noAutofit/>
              </a:bodyPr>
              <a:p>
                <a:pPr algn="ctr"/>
                <a:r>
                  <a:rPr b="1" lang="en-US" sz="1200" spc="-1" strike="noStrike">
                    <a:latin typeface="Arial"/>
                  </a:rPr>
                  <a:t>Cl</a:t>
                </a:r>
                <a:r>
                  <a:rPr b="1" lang="en-US" sz="1200" spc="-1" strike="noStrike">
                    <a:latin typeface="Arial"/>
                  </a:rPr>
                  <a:t>u</a:t>
                </a:r>
                <a:r>
                  <a:rPr b="1" lang="en-US" sz="1200" spc="-1" strike="noStrike">
                    <a:latin typeface="Arial"/>
                  </a:rPr>
                  <a:t>st</a:t>
                </a:r>
                <a:r>
                  <a:rPr b="1" lang="en-US" sz="1200" spc="-1" strike="noStrike">
                    <a:latin typeface="Arial"/>
                  </a:rPr>
                  <a:t>er</a:t>
                </a:r>
                <a:r>
                  <a:rPr b="1" lang="en-US" sz="1200" spc="-1" strike="noStrike">
                    <a:latin typeface="Arial"/>
                  </a:rPr>
                  <a:t>in</a:t>
                </a:r>
                <a:r>
                  <a:rPr b="1" lang="en-US" sz="1200" spc="-1" strike="noStrike">
                    <a:latin typeface="Arial"/>
                  </a:rPr>
                  <a:t>g </a:t>
                </a:r>
                <a:r>
                  <a:rPr b="1" lang="en-US" sz="1200" spc="-1" strike="noStrike">
                    <a:latin typeface="Arial"/>
                  </a:rPr>
                  <a:t>a</a:t>
                </a:r>
                <a:r>
                  <a:rPr b="1" lang="en-US" sz="1200" spc="-1" strike="noStrike">
                    <a:latin typeface="Arial"/>
                  </a:rPr>
                  <a:t>b</a:t>
                </a:r>
                <a:r>
                  <a:rPr b="1" lang="en-US" sz="1200" spc="-1" strike="noStrike">
                    <a:latin typeface="Arial"/>
                  </a:rPr>
                  <a:t>st</a:t>
                </a:r>
                <a:r>
                  <a:rPr b="1" lang="en-US" sz="1200" spc="-1" strike="noStrike">
                    <a:latin typeface="Arial"/>
                  </a:rPr>
                  <a:t>ra</a:t>
                </a:r>
                <a:r>
                  <a:rPr b="1" lang="en-US" sz="1200" spc="-1" strike="noStrike">
                    <a:latin typeface="Arial"/>
                  </a:rPr>
                  <a:t>ct</a:t>
                </a:r>
                <a:r>
                  <a:rPr b="1" lang="en-US" sz="1200" spc="-1" strike="noStrike">
                    <a:latin typeface="Arial"/>
                  </a:rPr>
                  <a:t>io</a:t>
                </a:r>
                <a:r>
                  <a:rPr b="1" lang="en-US" sz="1200" spc="-1" strike="noStrike">
                    <a:latin typeface="Arial"/>
                  </a:rPr>
                  <a:t>n</a:t>
                </a:r>
                <a:endParaRPr b="0" lang="en-US" sz="1200" spc="-1" strike="noStrike">
                  <a:latin typeface="Arial"/>
                </a:endParaRPr>
              </a:p>
            </p:txBody>
          </p:sp>
          <p:sp>
            <p:nvSpPr>
              <p:cNvPr id="147" name="TextShape 57"/>
              <p:cNvSpPr txBox="1"/>
              <p:nvPr/>
            </p:nvSpPr>
            <p:spPr>
              <a:xfrm>
                <a:off x="7074000" y="4583880"/>
                <a:ext cx="872640" cy="431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rIns="90000" tIns="45000" bIns="45000">
                <a:noAutofit/>
              </a:bodyPr>
              <a:p>
                <a:r>
                  <a:rPr b="1" lang="en-US" sz="1200" spc="-1" strike="noStrike">
                    <a:solidFill>
                      <a:srgbClr val="3465a4"/>
                    </a:solidFill>
                    <a:latin typeface="Arial"/>
                  </a:rPr>
                  <a:t>O</a:t>
                </a:r>
                <a:r>
                  <a:rPr b="1" lang="en-US" sz="1200" spc="-1" strike="noStrike">
                    <a:solidFill>
                      <a:srgbClr val="3465a4"/>
                    </a:solidFill>
                    <a:latin typeface="Arial"/>
                  </a:rPr>
                  <a:t>ffl</a:t>
                </a:r>
                <a:r>
                  <a:rPr b="1" lang="en-US" sz="1200" spc="-1" strike="noStrike">
                    <a:solidFill>
                      <a:srgbClr val="3465a4"/>
                    </a:solidFill>
                    <a:latin typeface="Arial"/>
                  </a:rPr>
                  <a:t>in</a:t>
                </a:r>
                <a:r>
                  <a:rPr b="1" lang="en-US" sz="1200" spc="-1" strike="noStrike">
                    <a:solidFill>
                      <a:srgbClr val="3465a4"/>
                    </a:solidFill>
                    <a:latin typeface="Arial"/>
                  </a:rPr>
                  <a:t>e </a:t>
                </a:r>
                <a:endParaRPr b="0" lang="en-US" sz="1200" spc="-1" strike="noStrike">
                  <a:latin typeface="Arial"/>
                </a:endParaRPr>
              </a:p>
              <a:p>
                <a:r>
                  <a:rPr b="1" lang="en-US" sz="1200" spc="-1" strike="noStrike">
                    <a:solidFill>
                      <a:srgbClr val="3465a4"/>
                    </a:solidFill>
                    <a:latin typeface="Arial"/>
                  </a:rPr>
                  <a:t>le</a:t>
                </a:r>
                <a:r>
                  <a:rPr b="1" lang="en-US" sz="1200" spc="-1" strike="noStrike">
                    <a:solidFill>
                      <a:srgbClr val="3465a4"/>
                    </a:solidFill>
                    <a:latin typeface="Arial"/>
                  </a:rPr>
                  <a:t>a</a:t>
                </a:r>
                <a:r>
                  <a:rPr b="1" lang="en-US" sz="1200" spc="-1" strike="noStrike">
                    <a:solidFill>
                      <a:srgbClr val="3465a4"/>
                    </a:solidFill>
                    <a:latin typeface="Arial"/>
                  </a:rPr>
                  <a:t>r</a:t>
                </a:r>
                <a:r>
                  <a:rPr b="1" lang="en-US" sz="1200" spc="-1" strike="noStrike">
                    <a:solidFill>
                      <a:srgbClr val="3465a4"/>
                    </a:solidFill>
                    <a:latin typeface="Arial"/>
                  </a:rPr>
                  <a:t>ni</a:t>
                </a:r>
                <a:r>
                  <a:rPr b="1" lang="en-US" sz="1200" spc="-1" strike="noStrike">
                    <a:solidFill>
                      <a:srgbClr val="3465a4"/>
                    </a:solidFill>
                    <a:latin typeface="Arial"/>
                  </a:rPr>
                  <a:t>n</a:t>
                </a:r>
                <a:r>
                  <a:rPr b="1" lang="en-US" sz="1200" spc="-1" strike="noStrike">
                    <a:solidFill>
                      <a:srgbClr val="3465a4"/>
                    </a:solidFill>
                    <a:latin typeface="Arial"/>
                  </a:rPr>
                  <a:t>g</a:t>
                </a:r>
                <a:endParaRPr b="0" lang="en-US" sz="1200" spc="-1" strike="noStrike">
                  <a:latin typeface="Arial"/>
                </a:endParaRPr>
              </a:p>
            </p:txBody>
          </p:sp>
          <p:sp>
            <p:nvSpPr>
              <p:cNvPr id="148" name="CustomShape 58"/>
              <p:cNvSpPr/>
              <p:nvPr/>
            </p:nvSpPr>
            <p:spPr>
              <a:xfrm rot="16200000">
                <a:off x="5221800" y="4225680"/>
                <a:ext cx="1375200" cy="1896840"/>
              </a:xfrm>
              <a:prstGeom prst="rect">
                <a:avLst/>
              </a:prstGeom>
              <a:solidFill>
                <a:srgbClr val="dde8cb"/>
              </a:solidFill>
              <a:ln>
                <a:solidFill>
                  <a:srgbClr val="00a933"/>
                </a:solidFill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49" name="CustomShape 59"/>
              <p:cNvSpPr/>
              <p:nvPr/>
            </p:nvSpPr>
            <p:spPr>
              <a:xfrm rot="16200000">
                <a:off x="5582160" y="5291280"/>
                <a:ext cx="654840" cy="1896840"/>
              </a:xfrm>
              <a:prstGeom prst="rect">
                <a:avLst/>
              </a:prstGeom>
              <a:solidFill>
                <a:srgbClr val="dde8cb"/>
              </a:solidFill>
              <a:ln>
                <a:solidFill>
                  <a:srgbClr val="00a933"/>
                </a:solidFill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0" name="CustomShape 60"/>
              <p:cNvSpPr/>
              <p:nvPr/>
            </p:nvSpPr>
            <p:spPr>
              <a:xfrm rot="16200000">
                <a:off x="4947480" y="4757400"/>
                <a:ext cx="1020960" cy="815400"/>
              </a:xfrm>
              <a:prstGeom prst="rect">
                <a:avLst/>
              </a:prstGeom>
              <a:solidFill>
                <a:srgbClr val="b3cac7"/>
              </a:solidFill>
              <a:ln>
                <a:solidFill>
                  <a:srgbClr val="00a933"/>
                </a:solidFill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1" name="CustomShape 61"/>
              <p:cNvSpPr/>
              <p:nvPr/>
            </p:nvSpPr>
            <p:spPr>
              <a:xfrm rot="16200000">
                <a:off x="5850720" y="4766040"/>
                <a:ext cx="1027080" cy="804960"/>
              </a:xfrm>
              <a:prstGeom prst="rect">
                <a:avLst/>
              </a:prstGeom>
              <a:solidFill>
                <a:srgbClr val="b3cac7"/>
              </a:solidFill>
              <a:ln>
                <a:solidFill>
                  <a:srgbClr val="00a933"/>
                </a:solidFill>
              </a:ln>
            </p:spPr>
            <p:style>
              <a:lnRef idx="0"/>
              <a:fillRef idx="0"/>
              <a:effectRef idx="0"/>
              <a:fontRef idx="minor"/>
            </p:style>
          </p:sp>
          <p:cxnSp>
            <p:nvCxnSpPr>
              <p:cNvPr id="152" name="Line 62"/>
              <p:cNvCxnSpPr>
                <a:stCxn id="142" idx="0"/>
                <a:endCxn id="145" idx="0"/>
              </p:cNvCxnSpPr>
              <p:nvPr/>
            </p:nvCxnSpPr>
            <p:spPr>
              <a:xfrm flipV="1">
                <a:off x="4354200" y="4089960"/>
                <a:ext cx="607320" cy="470520"/>
              </a:xfrm>
              <a:prstGeom prst="bentConnector3">
                <a:avLst/>
              </a:prstGeom>
              <a:ln>
                <a:solidFill>
                  <a:srgbClr val="3465a4"/>
                </a:solidFill>
                <a:tailEnd len="med" type="triangle" w="med"/>
              </a:ln>
            </p:spPr>
          </p:cxnSp>
          <p:cxnSp>
            <p:nvCxnSpPr>
              <p:cNvPr id="153" name="Line 63"/>
              <p:cNvCxnSpPr>
                <a:stCxn id="143" idx="4"/>
                <a:endCxn id="149" idx="0"/>
              </p:cNvCxnSpPr>
              <p:nvPr/>
            </p:nvCxnSpPr>
            <p:spPr>
              <a:xfrm>
                <a:off x="4353120" y="5778360"/>
                <a:ext cx="608400" cy="461880"/>
              </a:xfrm>
              <a:prstGeom prst="bentConnector3">
                <a:avLst/>
              </a:prstGeom>
              <a:ln>
                <a:solidFill>
                  <a:srgbClr val="3465a4"/>
                </a:solidFill>
                <a:tailEnd len="med" type="triangle" w="med"/>
              </a:ln>
            </p:spPr>
          </p:cxnSp>
          <p:sp>
            <p:nvSpPr>
              <p:cNvPr id="154" name="TextShape 64"/>
              <p:cNvSpPr txBox="1"/>
              <p:nvPr/>
            </p:nvSpPr>
            <p:spPr>
              <a:xfrm>
                <a:off x="5343840" y="6036480"/>
                <a:ext cx="1132560" cy="431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rIns="90000" tIns="45000" bIns="45000">
                <a:noAutofit/>
              </a:bodyPr>
              <a:p>
                <a:pPr algn="ctr"/>
                <a:r>
                  <a:rPr b="1" lang="en-US" sz="1200" spc="-1" strike="noStrike">
                    <a:latin typeface="Arial"/>
                  </a:rPr>
                  <a:t>A</a:t>
                </a:r>
                <a:r>
                  <a:rPr b="1" lang="en-US" sz="1200" spc="-1" strike="noStrike">
                    <a:latin typeface="Arial"/>
                  </a:rPr>
                  <a:t>b</a:t>
                </a:r>
                <a:r>
                  <a:rPr b="1" lang="en-US" sz="1200" spc="-1" strike="noStrike">
                    <a:latin typeface="Arial"/>
                  </a:rPr>
                  <a:t>n</a:t>
                </a:r>
                <a:r>
                  <a:rPr b="1" lang="en-US" sz="1200" spc="-1" strike="noStrike">
                    <a:latin typeface="Arial"/>
                  </a:rPr>
                  <a:t>o</a:t>
                </a:r>
                <a:r>
                  <a:rPr b="1" lang="en-US" sz="1200" spc="-1" strike="noStrike">
                    <a:latin typeface="Arial"/>
                  </a:rPr>
                  <a:t>r</a:t>
                </a:r>
                <a:r>
                  <a:rPr b="1" lang="en-US" sz="1200" spc="-1" strike="noStrike">
                    <a:latin typeface="Arial"/>
                  </a:rPr>
                  <a:t>m</a:t>
                </a:r>
                <a:r>
                  <a:rPr b="1" lang="en-US" sz="1200" spc="-1" strike="noStrike">
                    <a:latin typeface="Arial"/>
                  </a:rPr>
                  <a:t>al</a:t>
                </a:r>
                <a:r>
                  <a:rPr b="1" lang="en-US" sz="1200" spc="-1" strike="noStrike">
                    <a:latin typeface="Arial"/>
                  </a:rPr>
                  <a:t>it</a:t>
                </a:r>
                <a:r>
                  <a:rPr b="1" lang="en-US" sz="1200" spc="-1" strike="noStrike">
                    <a:latin typeface="Arial"/>
                  </a:rPr>
                  <a:t>y</a:t>
                </a:r>
                <a:endParaRPr b="0" lang="en-US" sz="1200" spc="-1" strike="noStrike">
                  <a:latin typeface="Arial"/>
                </a:endParaRPr>
              </a:p>
              <a:p>
                <a:pPr algn="ctr"/>
                <a:r>
                  <a:rPr b="1" lang="en-US" sz="1200" spc="-1" strike="noStrike">
                    <a:latin typeface="Arial"/>
                  </a:rPr>
                  <a:t>d</a:t>
                </a:r>
                <a:r>
                  <a:rPr b="1" lang="en-US" sz="1200" spc="-1" strike="noStrike">
                    <a:latin typeface="Arial"/>
                  </a:rPr>
                  <a:t>et</a:t>
                </a:r>
                <a:r>
                  <a:rPr b="1" lang="en-US" sz="1200" spc="-1" strike="noStrike">
                    <a:latin typeface="Arial"/>
                  </a:rPr>
                  <a:t>e</a:t>
                </a:r>
                <a:r>
                  <a:rPr b="1" lang="en-US" sz="1200" spc="-1" strike="noStrike">
                    <a:latin typeface="Arial"/>
                  </a:rPr>
                  <a:t>ct</a:t>
                </a:r>
                <a:r>
                  <a:rPr b="1" lang="en-US" sz="1200" spc="-1" strike="noStrike">
                    <a:latin typeface="Arial"/>
                  </a:rPr>
                  <a:t>io</a:t>
                </a:r>
                <a:r>
                  <a:rPr b="1" lang="en-US" sz="1200" spc="-1" strike="noStrike">
                    <a:latin typeface="Arial"/>
                  </a:rPr>
                  <a:t>n</a:t>
                </a:r>
                <a:endParaRPr b="0" lang="en-US" sz="1200" spc="-1" strike="noStrike">
                  <a:latin typeface="Arial"/>
                </a:endParaRPr>
              </a:p>
            </p:txBody>
          </p:sp>
          <p:sp>
            <p:nvSpPr>
              <p:cNvPr id="155" name="CustomShape 65"/>
              <p:cNvSpPr/>
              <p:nvPr/>
            </p:nvSpPr>
            <p:spPr>
              <a:xfrm>
                <a:off x="6914880" y="3899520"/>
                <a:ext cx="207000" cy="1795320"/>
              </a:xfrm>
              <a:custGeom>
                <a:avLst/>
                <a:gdLst/>
                <a:ahLst/>
                <a:rect l="0" t="0" r="r" b="b"/>
                <a:pathLst>
                  <a:path w="577" h="4989">
                    <a:moveTo>
                      <a:pt x="0" y="0"/>
                    </a:moveTo>
                    <a:cubicBezTo>
                      <a:pt x="144" y="0"/>
                      <a:pt x="288" y="207"/>
                      <a:pt x="288" y="415"/>
                    </a:cubicBezTo>
                    <a:lnTo>
                      <a:pt x="288" y="2078"/>
                    </a:lnTo>
                    <a:cubicBezTo>
                      <a:pt x="288" y="2286"/>
                      <a:pt x="432" y="2494"/>
                      <a:pt x="576" y="2494"/>
                    </a:cubicBezTo>
                    <a:cubicBezTo>
                      <a:pt x="432" y="2494"/>
                      <a:pt x="288" y="2701"/>
                      <a:pt x="288" y="2909"/>
                    </a:cubicBezTo>
                    <a:lnTo>
                      <a:pt x="288" y="4572"/>
                    </a:lnTo>
                    <a:cubicBezTo>
                      <a:pt x="288" y="4780"/>
                      <a:pt x="144" y="4988"/>
                      <a:pt x="0" y="4988"/>
                    </a:cubicBezTo>
                  </a:path>
                </a:pathLst>
              </a:custGeom>
              <a:noFill/>
              <a:ln w="36000">
                <a:solidFill>
                  <a:srgbClr val="3465a4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56" name="TextShape 66"/>
              <p:cNvSpPr txBox="1"/>
              <p:nvPr/>
            </p:nvSpPr>
            <p:spPr>
              <a:xfrm rot="16200000">
                <a:off x="4916160" y="4961880"/>
                <a:ext cx="1262520" cy="431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rIns="90000" tIns="45000" bIns="45000">
                <a:noAutofit/>
              </a:bodyPr>
              <a:p>
                <a:pPr algn="ctr"/>
                <a:r>
                  <a:rPr b="0" lang="en-US" sz="1200" spc="-1" strike="noStrike">
                    <a:latin typeface="Arial"/>
                  </a:rPr>
                  <a:t>Pr</a:t>
                </a:r>
                <a:r>
                  <a:rPr b="0" lang="en-US" sz="1200" spc="-1" strike="noStrike">
                    <a:latin typeface="Arial"/>
                  </a:rPr>
                  <a:t>o</a:t>
                </a:r>
                <a:r>
                  <a:rPr b="0" lang="en-US" sz="1200" spc="-1" strike="noStrike">
                    <a:latin typeface="Arial"/>
                  </a:rPr>
                  <a:t>pr</a:t>
                </a:r>
                <a:r>
                  <a:rPr b="0" lang="en-US" sz="1200" spc="-1" strike="noStrike">
                    <a:latin typeface="Arial"/>
                  </a:rPr>
                  <a:t>io</a:t>
                </a:r>
                <a:r>
                  <a:rPr b="0" lang="en-US" sz="1200" spc="-1" strike="noStrike">
                    <a:latin typeface="Arial"/>
                  </a:rPr>
                  <a:t>c</a:t>
                </a:r>
                <a:r>
                  <a:rPr b="0" lang="en-US" sz="1200" spc="-1" strike="noStrike">
                    <a:latin typeface="Arial"/>
                  </a:rPr>
                  <a:t>e</a:t>
                </a:r>
                <a:r>
                  <a:rPr b="0" lang="en-US" sz="1200" spc="-1" strike="noStrike">
                    <a:latin typeface="Arial"/>
                  </a:rPr>
                  <a:t>pt</a:t>
                </a:r>
                <a:r>
                  <a:rPr b="0" lang="en-US" sz="1200" spc="-1" strike="noStrike">
                    <a:latin typeface="Arial"/>
                  </a:rPr>
                  <a:t>iv</a:t>
                </a:r>
                <a:r>
                  <a:rPr b="0" lang="en-US" sz="1200" spc="-1" strike="noStrike">
                    <a:latin typeface="Arial"/>
                  </a:rPr>
                  <a:t>e </a:t>
                </a:r>
                <a:r>
                  <a:rPr b="0" lang="en-US" sz="1200" spc="-1" strike="noStrike">
                    <a:latin typeface="Arial"/>
                  </a:rPr>
                  <a:t>D</a:t>
                </a:r>
                <a:r>
                  <a:rPr b="0" lang="en-US" sz="1200" spc="-1" strike="noStrike">
                    <a:latin typeface="Arial"/>
                  </a:rPr>
                  <a:t>B</a:t>
                </a:r>
                <a:r>
                  <a:rPr b="0" lang="en-US" sz="1200" spc="-1" strike="noStrike">
                    <a:latin typeface="Arial"/>
                  </a:rPr>
                  <a:t>N</a:t>
                </a:r>
                <a:endParaRPr b="0" lang="en-US" sz="1200" spc="-1" strike="noStrike">
                  <a:latin typeface="Arial"/>
                </a:endParaRPr>
              </a:p>
            </p:txBody>
          </p:sp>
          <p:sp>
            <p:nvSpPr>
              <p:cNvPr id="157" name="TextShape 67"/>
              <p:cNvSpPr txBox="1"/>
              <p:nvPr/>
            </p:nvSpPr>
            <p:spPr>
              <a:xfrm rot="16200000">
                <a:off x="5764320" y="4961880"/>
                <a:ext cx="1262520" cy="431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rIns="90000" tIns="45000" bIns="45000">
                <a:noAutofit/>
              </a:bodyPr>
              <a:p>
                <a:pPr algn="ctr"/>
                <a:r>
                  <a:rPr b="0" lang="en-US" sz="1200" spc="-1" strike="noStrike">
                    <a:latin typeface="Arial"/>
                  </a:rPr>
                  <a:t>E</a:t>
                </a:r>
                <a:r>
                  <a:rPr b="0" lang="en-US" sz="1200" spc="-1" strike="noStrike">
                    <a:latin typeface="Arial"/>
                  </a:rPr>
                  <a:t>xt</a:t>
                </a:r>
                <a:r>
                  <a:rPr b="0" lang="en-US" sz="1200" spc="-1" strike="noStrike">
                    <a:latin typeface="Arial"/>
                  </a:rPr>
                  <a:t>e</a:t>
                </a:r>
                <a:r>
                  <a:rPr b="0" lang="en-US" sz="1200" spc="-1" strike="noStrike">
                    <a:latin typeface="Arial"/>
                  </a:rPr>
                  <a:t>r</a:t>
                </a:r>
                <a:r>
                  <a:rPr b="0" lang="en-US" sz="1200" spc="-1" strike="noStrike">
                    <a:latin typeface="Arial"/>
                  </a:rPr>
                  <a:t>o</a:t>
                </a:r>
                <a:r>
                  <a:rPr b="0" lang="en-US" sz="1200" spc="-1" strike="noStrike">
                    <a:latin typeface="Arial"/>
                  </a:rPr>
                  <a:t>c</a:t>
                </a:r>
                <a:r>
                  <a:rPr b="0" lang="en-US" sz="1200" spc="-1" strike="noStrike">
                    <a:latin typeface="Arial"/>
                  </a:rPr>
                  <a:t>e</a:t>
                </a:r>
                <a:r>
                  <a:rPr b="0" lang="en-US" sz="1200" spc="-1" strike="noStrike">
                    <a:latin typeface="Arial"/>
                  </a:rPr>
                  <a:t>p</a:t>
                </a:r>
                <a:r>
                  <a:rPr b="0" lang="en-US" sz="1200" spc="-1" strike="noStrike">
                    <a:latin typeface="Arial"/>
                  </a:rPr>
                  <a:t>ti</a:t>
                </a:r>
                <a:r>
                  <a:rPr b="0" lang="en-US" sz="1200" spc="-1" strike="noStrike">
                    <a:latin typeface="Arial"/>
                  </a:rPr>
                  <a:t>v</a:t>
                </a:r>
                <a:r>
                  <a:rPr b="0" lang="en-US" sz="1200" spc="-1" strike="noStrike">
                    <a:latin typeface="Arial"/>
                  </a:rPr>
                  <a:t>e </a:t>
                </a:r>
                <a:r>
                  <a:rPr b="0" lang="en-US" sz="1200" spc="-1" strike="noStrike">
                    <a:latin typeface="Arial"/>
                  </a:rPr>
                  <a:t>D</a:t>
                </a:r>
                <a:r>
                  <a:rPr b="0" lang="en-US" sz="1200" spc="-1" strike="noStrike">
                    <a:latin typeface="Arial"/>
                  </a:rPr>
                  <a:t>B</a:t>
                </a:r>
                <a:r>
                  <a:rPr b="0" lang="en-US" sz="1200" spc="-1" strike="noStrike">
                    <a:latin typeface="Arial"/>
                  </a:rPr>
                  <a:t>N</a:t>
                </a:r>
                <a:endParaRPr b="0" lang="en-US" sz="1200" spc="-1" strike="noStrike">
                  <a:latin typeface="Arial"/>
                </a:endParaRPr>
              </a:p>
            </p:txBody>
          </p:sp>
          <p:cxnSp>
            <p:nvCxnSpPr>
              <p:cNvPr id="158" name="Line 68"/>
              <p:cNvCxnSpPr/>
              <p:nvPr/>
            </p:nvCxnSpPr>
            <p:spPr>
              <a:xfrm>
                <a:off x="5436000" y="4246560"/>
                <a:ext cx="7200" cy="360720"/>
              </a:xfrm>
              <a:prstGeom prst="straightConnector1">
                <a:avLst/>
              </a:prstGeom>
              <a:ln w="9000">
                <a:solidFill>
                  <a:srgbClr val="000000"/>
                </a:solidFill>
                <a:round/>
                <a:tailEnd len="med" type="triangle" w="med"/>
              </a:ln>
            </p:spPr>
          </p:cxnSp>
          <p:cxnSp>
            <p:nvCxnSpPr>
              <p:cNvPr id="159" name="Line 69"/>
              <p:cNvCxnSpPr/>
              <p:nvPr/>
            </p:nvCxnSpPr>
            <p:spPr>
              <a:xfrm>
                <a:off x="6323040" y="4244400"/>
                <a:ext cx="6840" cy="360720"/>
              </a:xfrm>
              <a:prstGeom prst="straightConnector1">
                <a:avLst/>
              </a:prstGeom>
              <a:ln w="9000">
                <a:solidFill>
                  <a:srgbClr val="000000"/>
                </a:solidFill>
                <a:round/>
                <a:tailEnd len="med" type="triangle" w="med"/>
              </a:ln>
            </p:spPr>
          </p:cxnSp>
          <p:cxnSp>
            <p:nvCxnSpPr>
              <p:cNvPr id="160" name="Line 70"/>
              <p:cNvCxnSpPr/>
              <p:nvPr/>
            </p:nvCxnSpPr>
            <p:spPr>
              <a:xfrm>
                <a:off x="5502960" y="5687280"/>
                <a:ext cx="6840" cy="361080"/>
              </a:xfrm>
              <a:prstGeom prst="straightConnector1">
                <a:avLst/>
              </a:prstGeom>
              <a:ln w="9000">
                <a:solidFill>
                  <a:srgbClr val="000000"/>
                </a:solidFill>
                <a:round/>
                <a:tailEnd len="med" type="triangle" w="med"/>
              </a:ln>
            </p:spPr>
          </p:cxnSp>
          <p:cxnSp>
            <p:nvCxnSpPr>
              <p:cNvPr id="161" name="Line 71"/>
              <p:cNvCxnSpPr/>
              <p:nvPr/>
            </p:nvCxnSpPr>
            <p:spPr>
              <a:xfrm>
                <a:off x="6390000" y="5685480"/>
                <a:ext cx="6840" cy="360720"/>
              </a:xfrm>
              <a:prstGeom prst="straightConnector1">
                <a:avLst/>
              </a:prstGeom>
              <a:ln w="9000">
                <a:solidFill>
                  <a:srgbClr val="000000"/>
                </a:solidFill>
                <a:round/>
                <a:tailEnd len="med" type="triangle" w="med"/>
              </a:ln>
            </p:spPr>
          </p:cxnSp>
          <p:cxnSp>
            <p:nvCxnSpPr>
              <p:cNvPr id="162" name="Line 72"/>
              <p:cNvCxnSpPr/>
              <p:nvPr/>
            </p:nvCxnSpPr>
            <p:spPr>
              <a:xfrm flipH="1" flipV="1">
                <a:off x="4185000" y="5284440"/>
                <a:ext cx="712080" cy="1206360"/>
              </a:xfrm>
              <a:prstGeom prst="bentConnector3">
                <a:avLst/>
              </a:prstGeom>
              <a:ln w="18360">
                <a:solidFill>
                  <a:srgbClr val="3465a4"/>
                </a:solidFill>
                <a:custDash>
                  <a:ds d="600000" sp="300000"/>
                </a:custDash>
                <a:round/>
              </a:ln>
            </p:spPr>
          </p:cxnSp>
          <p:sp>
            <p:nvSpPr>
              <p:cNvPr id="163" name="TextShape 73"/>
              <p:cNvSpPr txBox="1"/>
              <p:nvPr/>
            </p:nvSpPr>
            <p:spPr>
              <a:xfrm>
                <a:off x="3646080" y="5284440"/>
                <a:ext cx="1101240" cy="343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90000" rIns="90000" tIns="45000" bIns="45000">
                <a:noAutofit/>
              </a:bodyPr>
              <a:p>
                <a:pPr algn="ctr"/>
                <a:r>
                  <a:rPr b="1" lang="en-US" sz="1000" spc="-1" strike="noStrike">
                    <a:solidFill>
                      <a:srgbClr val="c9211e"/>
                    </a:solidFill>
                    <a:latin typeface="Calibri"/>
                  </a:rPr>
                  <a:t>Cr</a:t>
                </a:r>
                <a:r>
                  <a:rPr b="1" lang="en-US" sz="1000" spc="-1" strike="noStrike">
                    <a:solidFill>
                      <a:srgbClr val="c9211e"/>
                    </a:solidFill>
                    <a:latin typeface="Calibri"/>
                  </a:rPr>
                  <a:t>ea</a:t>
                </a:r>
                <a:r>
                  <a:rPr b="1" lang="en-US" sz="1000" spc="-1" strike="noStrike">
                    <a:solidFill>
                      <a:srgbClr val="c9211e"/>
                    </a:solidFill>
                    <a:latin typeface="Calibri"/>
                  </a:rPr>
                  <a:t>te</a:t>
                </a:r>
                <a:r>
                  <a:rPr b="1" lang="en-US" sz="1000" spc="-1" strike="noStrike">
                    <a:solidFill>
                      <a:srgbClr val="c9211e"/>
                    </a:solidFill>
                    <a:latin typeface="Calibri"/>
                  </a:rPr>
                  <a:t>/</a:t>
                </a:r>
                <a:r>
                  <a:rPr b="1" lang="en-US" sz="1000" spc="-1" strike="noStrike">
                    <a:solidFill>
                      <a:srgbClr val="c9211e"/>
                    </a:solidFill>
                    <a:latin typeface="Calibri"/>
                  </a:rPr>
                  <a:t>u</a:t>
                </a:r>
                <a:r>
                  <a:rPr b="1" lang="en-US" sz="1000" spc="-1" strike="noStrike">
                    <a:solidFill>
                      <a:srgbClr val="c9211e"/>
                    </a:solidFill>
                    <a:latin typeface="Calibri"/>
                  </a:rPr>
                  <a:t>p</a:t>
                </a:r>
                <a:r>
                  <a:rPr b="1" lang="en-US" sz="1000" spc="-1" strike="noStrike">
                    <a:solidFill>
                      <a:srgbClr val="c9211e"/>
                    </a:solidFill>
                    <a:latin typeface="Calibri"/>
                  </a:rPr>
                  <a:t>da</a:t>
                </a:r>
                <a:r>
                  <a:rPr b="1" lang="en-US" sz="1000" spc="-1" strike="noStrike">
                    <a:solidFill>
                      <a:srgbClr val="c9211e"/>
                    </a:solidFill>
                    <a:latin typeface="Calibri"/>
                  </a:rPr>
                  <a:t>te</a:t>
                </a:r>
                <a:br/>
                <a:r>
                  <a:rPr b="1" lang="en-US" sz="1000" spc="-1" strike="noStrike">
                    <a:solidFill>
                      <a:srgbClr val="c9211e"/>
                    </a:solidFill>
                    <a:latin typeface="Calibri"/>
                  </a:rPr>
                  <a:t>m</a:t>
                </a:r>
                <a:r>
                  <a:rPr b="1" lang="en-US" sz="1000" spc="-1" strike="noStrike">
                    <a:solidFill>
                      <a:srgbClr val="c9211e"/>
                    </a:solidFill>
                    <a:latin typeface="Calibri"/>
                  </a:rPr>
                  <a:t>o</a:t>
                </a:r>
                <a:r>
                  <a:rPr b="1" lang="en-US" sz="1000" spc="-1" strike="noStrike">
                    <a:solidFill>
                      <a:srgbClr val="c9211e"/>
                    </a:solidFill>
                    <a:latin typeface="Calibri"/>
                  </a:rPr>
                  <a:t>d</a:t>
                </a:r>
                <a:r>
                  <a:rPr b="1" lang="en-US" sz="1000" spc="-1" strike="noStrike">
                    <a:solidFill>
                      <a:srgbClr val="c9211e"/>
                    </a:solidFill>
                    <a:latin typeface="Calibri"/>
                  </a:rPr>
                  <a:t>el</a:t>
                </a:r>
                <a:r>
                  <a:rPr b="1" lang="en-US" sz="1000" spc="-1" strike="noStrike">
                    <a:solidFill>
                      <a:srgbClr val="c9211e"/>
                    </a:solidFill>
                    <a:latin typeface="Calibri"/>
                  </a:rPr>
                  <a:t>s</a:t>
                </a:r>
                <a:endParaRPr b="0" lang="en-US" sz="1000" spc="-1" strike="noStrike">
                  <a:latin typeface="Arial"/>
                </a:endParaRPr>
              </a:p>
            </p:txBody>
          </p:sp>
          <p:sp>
            <p:nvSpPr>
              <p:cNvPr id="164" name="CustomShape 74"/>
              <p:cNvSpPr/>
              <p:nvPr/>
            </p:nvSpPr>
            <p:spPr>
              <a:xfrm>
                <a:off x="6916680" y="5901840"/>
                <a:ext cx="207000" cy="657360"/>
              </a:xfrm>
              <a:custGeom>
                <a:avLst/>
                <a:gdLst/>
                <a:ahLst/>
                <a:rect l="0" t="0" r="r" b="b"/>
                <a:pathLst>
                  <a:path w="577" h="1828">
                    <a:moveTo>
                      <a:pt x="0" y="0"/>
                    </a:moveTo>
                    <a:cubicBezTo>
                      <a:pt x="144" y="0"/>
                      <a:pt x="288" y="76"/>
                      <a:pt x="288" y="152"/>
                    </a:cubicBezTo>
                    <a:lnTo>
                      <a:pt x="288" y="761"/>
                    </a:lnTo>
                    <a:cubicBezTo>
                      <a:pt x="288" y="837"/>
                      <a:pt x="432" y="913"/>
                      <a:pt x="576" y="913"/>
                    </a:cubicBezTo>
                    <a:cubicBezTo>
                      <a:pt x="432" y="913"/>
                      <a:pt x="288" y="989"/>
                      <a:pt x="288" y="1065"/>
                    </a:cubicBezTo>
                    <a:lnTo>
                      <a:pt x="288" y="1674"/>
                    </a:lnTo>
                    <a:cubicBezTo>
                      <a:pt x="288" y="1750"/>
                      <a:pt x="144" y="1827"/>
                      <a:pt x="0" y="1827"/>
                    </a:cubicBezTo>
                  </a:path>
                </a:pathLst>
              </a:custGeom>
              <a:noFill/>
              <a:ln w="36000">
                <a:solidFill>
                  <a:srgbClr val="bf0041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165" name="TextShape 75"/>
            <p:cNvSpPr txBox="1"/>
            <p:nvPr/>
          </p:nvSpPr>
          <p:spPr>
            <a:xfrm>
              <a:off x="7040880" y="5963040"/>
              <a:ext cx="885240" cy="431640"/>
            </a:xfrm>
            <a:prstGeom prst="rect">
              <a:avLst/>
            </a:prstGeom>
            <a:noFill/>
            <a:ln>
              <a:noFill/>
            </a:ln>
          </p:spPr>
          <p:txBody>
            <a:bodyPr lIns="90000" rIns="90000" tIns="45000" bIns="45000">
              <a:noAutofit/>
            </a:bodyPr>
            <a:p>
              <a:pPr algn="ctr"/>
              <a:r>
                <a:rPr b="1" lang="en-US" sz="1200" spc="-1" strike="noStrike">
                  <a:solidFill>
                    <a:srgbClr val="bf0041"/>
                  </a:solidFill>
                  <a:latin typeface="Arial"/>
                </a:rPr>
                <a:t>O</a:t>
              </a:r>
              <a:r>
                <a:rPr b="1" lang="en-US" sz="1200" spc="-1" strike="noStrike">
                  <a:solidFill>
                    <a:srgbClr val="bf0041"/>
                  </a:solidFill>
                  <a:latin typeface="Arial"/>
                </a:rPr>
                <a:t>nl</a:t>
              </a:r>
              <a:r>
                <a:rPr b="1" lang="en-US" sz="1200" spc="-1" strike="noStrike">
                  <a:solidFill>
                    <a:srgbClr val="bf0041"/>
                  </a:solidFill>
                  <a:latin typeface="Arial"/>
                </a:rPr>
                <a:t>in</a:t>
              </a:r>
              <a:r>
                <a:rPr b="1" lang="en-US" sz="1200" spc="-1" strike="noStrike">
                  <a:solidFill>
                    <a:srgbClr val="bf0041"/>
                  </a:solidFill>
                  <a:latin typeface="Arial"/>
                </a:rPr>
                <a:t>e</a:t>
              </a:r>
              <a:endParaRPr b="0" lang="en-US" sz="1200" spc="-1" strike="noStrike">
                <a:latin typeface="Arial"/>
              </a:endParaRPr>
            </a:p>
            <a:p>
              <a:pPr algn="ctr"/>
              <a:r>
                <a:rPr b="1" lang="en-US" sz="1200" spc="-1" strike="noStrike">
                  <a:solidFill>
                    <a:srgbClr val="bf0041"/>
                  </a:solidFill>
                  <a:latin typeface="Arial"/>
                </a:rPr>
                <a:t>in</a:t>
              </a:r>
              <a:r>
                <a:rPr b="1" lang="en-US" sz="1200" spc="-1" strike="noStrike">
                  <a:solidFill>
                    <a:srgbClr val="bf0041"/>
                  </a:solidFill>
                  <a:latin typeface="Arial"/>
                </a:rPr>
                <a:t>fe</a:t>
              </a:r>
              <a:r>
                <a:rPr b="1" lang="en-US" sz="1200" spc="-1" strike="noStrike">
                  <a:solidFill>
                    <a:srgbClr val="bf0041"/>
                  </a:solidFill>
                  <a:latin typeface="Arial"/>
                </a:rPr>
                <a:t>re</a:t>
              </a:r>
              <a:r>
                <a:rPr b="1" lang="en-US" sz="1200" spc="-1" strike="noStrike">
                  <a:solidFill>
                    <a:srgbClr val="bf0041"/>
                  </a:solidFill>
                  <a:latin typeface="Arial"/>
                </a:rPr>
                <a:t>n</a:t>
              </a:r>
              <a:r>
                <a:rPr b="1" lang="en-US" sz="1200" spc="-1" strike="noStrike">
                  <a:solidFill>
                    <a:srgbClr val="bf0041"/>
                  </a:solidFill>
                  <a:latin typeface="Arial"/>
                </a:rPr>
                <a:t>c</a:t>
              </a:r>
              <a:r>
                <a:rPr b="1" lang="en-US" sz="1200" spc="-1" strike="noStrike">
                  <a:solidFill>
                    <a:srgbClr val="bf0041"/>
                  </a:solidFill>
                  <a:latin typeface="Arial"/>
                </a:rPr>
                <a:t>e</a:t>
              </a:r>
              <a:endParaRPr b="0" lang="en-US" sz="1200" spc="-1" strike="noStrike">
                <a:latin typeface="Arial"/>
              </a:endParaRPr>
            </a:p>
          </p:txBody>
        </p:sp>
      </p:grpSp>
      <p:sp>
        <p:nvSpPr>
          <p:cNvPr id="166" name="TextShape 76"/>
          <p:cNvSpPr txBox="1"/>
          <p:nvPr/>
        </p:nvSpPr>
        <p:spPr>
          <a:xfrm>
            <a:off x="-63360" y="6382440"/>
            <a:ext cx="3367440" cy="2901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US" sz="1400" spc="-1" strike="noStrike">
                <a:latin typeface="Arial"/>
              </a:rPr>
              <a:t>Mohammad </a:t>
            </a:r>
            <a:r>
              <a:rPr b="1" lang="en-US" sz="1400" spc="-1" strike="noStrike">
                <a:latin typeface="Arial"/>
              </a:rPr>
              <a:t>Rahmani, Berhard </a:t>
            </a:r>
            <a:r>
              <a:rPr b="1" lang="en-US" sz="1400" spc="-1" strike="noStrike">
                <a:latin typeface="Arial"/>
              </a:rPr>
              <a:t>Rinner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67" name="TextShape 77"/>
          <p:cNvSpPr txBox="1"/>
          <p:nvPr/>
        </p:nvSpPr>
        <p:spPr>
          <a:xfrm>
            <a:off x="-49680" y="529200"/>
            <a:ext cx="2172240" cy="3693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1" lang="en-US" sz="2200" spc="-1" strike="noStrike">
                <a:solidFill>
                  <a:srgbClr val="729fcf"/>
                </a:solidFill>
                <a:latin typeface="Calibri"/>
              </a:rPr>
              <a:t>S</a:t>
            </a:r>
            <a:r>
              <a:rPr b="1" lang="en-US" sz="2200" spc="-1" strike="noStrike">
                <a:solidFill>
                  <a:srgbClr val="729fcf"/>
                </a:solidFill>
                <a:latin typeface="Calibri"/>
              </a:rPr>
              <a:t>e</a:t>
            </a:r>
            <a:r>
              <a:rPr b="1" lang="en-US" sz="2200" spc="-1" strike="noStrike">
                <a:solidFill>
                  <a:srgbClr val="729fcf"/>
                </a:solidFill>
                <a:latin typeface="Calibri"/>
              </a:rPr>
              <a:t>l</a:t>
            </a:r>
            <a:r>
              <a:rPr b="1" lang="en-US" sz="2200" spc="-1" strike="noStrike">
                <a:solidFill>
                  <a:srgbClr val="729fcf"/>
                </a:solidFill>
                <a:latin typeface="Calibri"/>
              </a:rPr>
              <a:t>f</a:t>
            </a:r>
            <a:r>
              <a:rPr b="1" lang="en-US" sz="2200" spc="-1" strike="noStrike">
                <a:solidFill>
                  <a:srgbClr val="729fcf"/>
                </a:solidFill>
                <a:latin typeface="Calibri"/>
              </a:rPr>
              <a:t>-</a:t>
            </a:r>
            <a:r>
              <a:rPr b="1" lang="en-US" sz="2200" spc="-1" strike="noStrike">
                <a:solidFill>
                  <a:srgbClr val="729fcf"/>
                </a:solidFill>
                <a:latin typeface="Calibri"/>
              </a:rPr>
              <a:t>a</a:t>
            </a:r>
            <a:r>
              <a:rPr b="1" lang="en-US" sz="2200" spc="-1" strike="noStrike">
                <a:solidFill>
                  <a:srgbClr val="729fcf"/>
                </a:solidFill>
                <a:latin typeface="Calibri"/>
              </a:rPr>
              <a:t>w</a:t>
            </a:r>
            <a:r>
              <a:rPr b="1" lang="en-US" sz="2200" spc="-1" strike="noStrike">
                <a:solidFill>
                  <a:srgbClr val="729fcf"/>
                </a:solidFill>
                <a:latin typeface="Calibri"/>
              </a:rPr>
              <a:t>a</a:t>
            </a:r>
            <a:r>
              <a:rPr b="1" lang="en-US" sz="2200" spc="-1" strike="noStrike">
                <a:solidFill>
                  <a:srgbClr val="729fcf"/>
                </a:solidFill>
                <a:latin typeface="Calibri"/>
              </a:rPr>
              <a:t>r</a:t>
            </a:r>
            <a:r>
              <a:rPr b="1" lang="en-US" sz="2200" spc="-1" strike="noStrike">
                <a:solidFill>
                  <a:srgbClr val="729fcf"/>
                </a:solidFill>
                <a:latin typeface="Calibri"/>
              </a:rPr>
              <a:t>e</a:t>
            </a:r>
            <a:r>
              <a:rPr b="1" lang="en-US" sz="2200" spc="-1" strike="noStrike">
                <a:solidFill>
                  <a:srgbClr val="729fcf"/>
                </a:solidFill>
                <a:latin typeface="Calibri"/>
              </a:rPr>
              <a:t>n</a:t>
            </a:r>
            <a:r>
              <a:rPr b="1" lang="en-US" sz="2200" spc="-1" strike="noStrike">
                <a:solidFill>
                  <a:srgbClr val="729fcf"/>
                </a:solidFill>
                <a:latin typeface="Calibri"/>
              </a:rPr>
              <a:t>e</a:t>
            </a:r>
            <a:r>
              <a:rPr b="1" lang="en-US" sz="2200" spc="-1" strike="noStrike">
                <a:solidFill>
                  <a:srgbClr val="729fcf"/>
                </a:solidFill>
                <a:latin typeface="Calibri"/>
              </a:rPr>
              <a:t>s</a:t>
            </a:r>
            <a:r>
              <a:rPr b="1" lang="en-US" sz="2200" spc="-1" strike="noStrike">
                <a:solidFill>
                  <a:srgbClr val="729fcf"/>
                </a:solidFill>
                <a:latin typeface="Calibri"/>
              </a:rPr>
              <a:t>s</a:t>
            </a:r>
            <a:endParaRPr b="0" lang="en-US" sz="2200" spc="-1" strike="noStrike">
              <a:solidFill>
                <a:srgbClr val="729fcf"/>
              </a:solidFill>
              <a:latin typeface="Arial"/>
            </a:endParaRPr>
          </a:p>
        </p:txBody>
      </p:sp>
      <p:sp>
        <p:nvSpPr>
          <p:cNvPr id="168" name="CustomShape 78"/>
          <p:cNvSpPr/>
          <p:nvPr/>
        </p:nvSpPr>
        <p:spPr>
          <a:xfrm>
            <a:off x="0" y="3621600"/>
            <a:ext cx="9144000" cy="360"/>
          </a:xfrm>
          <a:prstGeom prst="rect">
            <a:avLst/>
          </a:pr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CustomShape 79"/>
          <p:cNvSpPr/>
          <p:nvPr/>
        </p:nvSpPr>
        <p:spPr>
          <a:xfrm>
            <a:off x="-13680" y="489600"/>
            <a:ext cx="9144000" cy="360"/>
          </a:xfrm>
          <a:prstGeom prst="rect">
            <a:avLst/>
          </a:prstGeom>
          <a:solidFill>
            <a:srgbClr val="729fcf"/>
          </a:solidFill>
          <a:ln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2012_Powerpoint_Vorlage_AAU</Template>
  <TotalTime>143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2012-12-10T11:09:19Z</dcterms:created>
  <dc:creator>Windows-Benutzer</dc:creator>
  <dc:description/>
  <dc:language>en-US</dc:language>
  <cp:lastModifiedBy/>
  <dcterms:modified xsi:type="dcterms:W3CDTF">2022-06-09T14:47:30Z</dcterms:modified>
  <cp:revision>760</cp:revision>
  <dc:subject/>
  <dc:title>Ich bin eine Headline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Notes">
    <vt:i4>0</vt:i4>
  </property>
  <property fmtid="{D5CDD505-2E9C-101B-9397-08002B2CF9AE}" pid="7" name="PresentationFormat">
    <vt:lpwstr>Bildschirmpräsentation (4:3)</vt:lpwstr>
  </property>
  <property fmtid="{D5CDD505-2E9C-101B-9397-08002B2CF9AE}" pid="8" name="ScaleCrop">
    <vt:bool>0</vt:bool>
  </property>
  <property fmtid="{D5CDD505-2E9C-101B-9397-08002B2CF9AE}" pid="9" name="ShareDoc">
    <vt:bool>0</vt:bool>
  </property>
  <property fmtid="{D5CDD505-2E9C-101B-9397-08002B2CF9AE}" pid="10" name="Slides">
    <vt:i4>19</vt:i4>
  </property>
</Properties>
</file>