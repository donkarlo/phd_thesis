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3"/>
  </p:handoutMasterIdLst>
  <p:sldIdLst>
    <p:sldId id="256" r:id="rId2"/>
  </p:sldIdLst>
  <p:sldSz cx="21305838" cy="30175200"/>
  <p:notesSz cx="9942513" cy="14371638"/>
  <p:embeddedFontLst>
    <p:embeddedFont>
      <p:font typeface="Calibri Light" panose="020F0302020204030204" pitchFamily="34" charset="0"/>
      <p:regular r:id="rId4"/>
      <p:italic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397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22297" algn="l" rtl="0" eaLnBrk="0" fontAlgn="base" hangingPunct="0">
      <a:spcBef>
        <a:spcPct val="0"/>
      </a:spcBef>
      <a:spcAft>
        <a:spcPct val="0"/>
      </a:spcAft>
      <a:defRPr sz="2397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44593" algn="l" rtl="0" eaLnBrk="0" fontAlgn="base" hangingPunct="0">
      <a:spcBef>
        <a:spcPct val="0"/>
      </a:spcBef>
      <a:spcAft>
        <a:spcPct val="0"/>
      </a:spcAft>
      <a:defRPr sz="2397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966889" algn="l" rtl="0" eaLnBrk="0" fontAlgn="base" hangingPunct="0">
      <a:spcBef>
        <a:spcPct val="0"/>
      </a:spcBef>
      <a:spcAft>
        <a:spcPct val="0"/>
      </a:spcAft>
      <a:defRPr sz="2397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289185" algn="l" rtl="0" eaLnBrk="0" fontAlgn="base" hangingPunct="0">
      <a:spcBef>
        <a:spcPct val="0"/>
      </a:spcBef>
      <a:spcAft>
        <a:spcPct val="0"/>
      </a:spcAft>
      <a:defRPr sz="2397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611482" algn="l" defTabSz="644593" rtl="0" eaLnBrk="1" latinLnBrk="0" hangingPunct="1">
      <a:defRPr sz="2397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1933778" algn="l" defTabSz="644593" rtl="0" eaLnBrk="1" latinLnBrk="0" hangingPunct="1">
      <a:defRPr sz="2397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2256075" algn="l" defTabSz="644593" rtl="0" eaLnBrk="1" latinLnBrk="0" hangingPunct="1">
      <a:defRPr sz="2397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2578371" algn="l" defTabSz="644593" rtl="0" eaLnBrk="1" latinLnBrk="0" hangingPunct="1">
      <a:defRPr sz="2397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14" userDrawn="1">
          <p15:clr>
            <a:srgbClr val="A4A3A4"/>
          </p15:clr>
        </p15:guide>
        <p15:guide id="2" orient="horz" pos="18495" userDrawn="1">
          <p15:clr>
            <a:srgbClr val="A4A3A4"/>
          </p15:clr>
        </p15:guide>
        <p15:guide id="3" orient="horz" pos="2881" userDrawn="1">
          <p15:clr>
            <a:srgbClr val="A4A3A4"/>
          </p15:clr>
        </p15:guide>
        <p15:guide id="4" orient="horz" pos="12782" userDrawn="1">
          <p15:clr>
            <a:srgbClr val="A4A3A4"/>
          </p15:clr>
        </p15:guide>
        <p15:guide id="5" orient="horz" pos="2588" userDrawn="1">
          <p15:clr>
            <a:srgbClr val="A4A3A4"/>
          </p15:clr>
        </p15:guide>
        <p15:guide id="6" orient="horz" pos="690" userDrawn="1">
          <p15:clr>
            <a:srgbClr val="A4A3A4"/>
          </p15:clr>
        </p15:guide>
        <p15:guide id="7" pos="12850" userDrawn="1">
          <p15:clr>
            <a:srgbClr val="A4A3A4"/>
          </p15:clr>
        </p15:guide>
        <p15:guide id="8" pos="6891" userDrawn="1">
          <p15:clr>
            <a:srgbClr val="A4A3A4"/>
          </p15:clr>
        </p15:guide>
        <p15:guide id="9" pos="678" userDrawn="1">
          <p15:clr>
            <a:srgbClr val="A4A3A4"/>
          </p15:clr>
        </p15:guide>
        <p15:guide id="10" pos="65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C82"/>
    <a:srgbClr val="0070C0"/>
    <a:srgbClr val="FFCC00"/>
    <a:srgbClr val="00FFFF"/>
    <a:srgbClr val="FFFFFF"/>
    <a:srgbClr val="66FF99"/>
    <a:srgbClr val="F8F8F8"/>
    <a:srgbClr val="66FFCC"/>
    <a:srgbClr val="00CCFF"/>
    <a:srgbClr val="3A5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58" autoAdjust="0"/>
    <p:restoredTop sz="96113" autoAdjust="0"/>
  </p:normalViewPr>
  <p:slideViewPr>
    <p:cSldViewPr>
      <p:cViewPr varScale="1">
        <p:scale>
          <a:sx n="38" d="100"/>
          <a:sy n="38" d="100"/>
        </p:scale>
        <p:origin x="4500" y="124"/>
      </p:cViewPr>
      <p:guideLst>
        <p:guide orient="horz" pos="1014"/>
        <p:guide orient="horz" pos="18495"/>
        <p:guide orient="horz" pos="2881"/>
        <p:guide orient="horz" pos="12782"/>
        <p:guide orient="horz" pos="2588"/>
        <p:guide orient="horz" pos="690"/>
        <p:guide pos="12850"/>
        <p:guide pos="6891"/>
        <p:guide pos="678"/>
        <p:guide pos="65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308035" cy="71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8955" tIns="69478" rIns="138955" bIns="69478" numCol="1" anchor="t" anchorCtr="0" compatLnSpc="1">
            <a:prstTxWarp prst="textNoShape">
              <a:avLst/>
            </a:prstTxWarp>
          </a:bodyPr>
          <a:lstStyle>
            <a:lvl1pPr defTabSz="1389768" eaLnBrk="1" hangingPunct="1">
              <a:defRPr sz="1900" b="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4479" y="1"/>
            <a:ext cx="4308035" cy="71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8955" tIns="69478" rIns="138955" bIns="69478" numCol="1" anchor="t" anchorCtr="0" compatLnSpc="1">
            <a:prstTxWarp prst="textNoShape">
              <a:avLst/>
            </a:prstTxWarp>
          </a:bodyPr>
          <a:lstStyle>
            <a:lvl1pPr algn="r" defTabSz="1389768" eaLnBrk="1" hangingPunct="1">
              <a:defRPr sz="1900" b="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3653165"/>
            <a:ext cx="4308035" cy="71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8955" tIns="69478" rIns="138955" bIns="69478" numCol="1" anchor="b" anchorCtr="0" compatLnSpc="1">
            <a:prstTxWarp prst="textNoShape">
              <a:avLst/>
            </a:prstTxWarp>
          </a:bodyPr>
          <a:lstStyle>
            <a:lvl1pPr defTabSz="1389768" eaLnBrk="1" hangingPunct="1">
              <a:defRPr sz="1900" b="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4479" y="13653165"/>
            <a:ext cx="4308035" cy="71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8955" tIns="69478" rIns="138955" bIns="69478" numCol="1" anchor="b" anchorCtr="0" compatLnSpc="1">
            <a:prstTxWarp prst="textNoShape">
              <a:avLst/>
            </a:prstTxWarp>
          </a:bodyPr>
          <a:lstStyle>
            <a:lvl1pPr algn="r" defTabSz="1389768" eaLnBrk="1" hangingPunct="1">
              <a:defRPr sz="1900" b="0">
                <a:latin typeface="Times New Roman" panose="02020603050405020304" pitchFamily="18" charset="0"/>
              </a:defRPr>
            </a:lvl1pPr>
          </a:lstStyle>
          <a:p>
            <a:fld id="{516951AF-120E-4804-87DB-4412A97305C5}" type="slidenum">
              <a:rPr lang="en-US" altLang="en-US"/>
              <a:pPr/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9213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8135" y="9373755"/>
            <a:ext cx="18109570" cy="6468674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6268" y="17098982"/>
            <a:ext cx="14913303" cy="771178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227690" indent="0" algn="ctr">
              <a:buNone/>
              <a:defRPr/>
            </a:lvl2pPr>
            <a:lvl3pPr marL="455380" indent="0" algn="ctr">
              <a:buNone/>
              <a:defRPr/>
            </a:lvl3pPr>
            <a:lvl4pPr marL="683069" indent="0" algn="ctr">
              <a:buNone/>
              <a:defRPr/>
            </a:lvl4pPr>
            <a:lvl5pPr marL="910759" indent="0" algn="ctr">
              <a:buNone/>
              <a:defRPr/>
            </a:lvl5pPr>
            <a:lvl6pPr marL="1138449" indent="0" algn="ctr">
              <a:buNone/>
              <a:defRPr/>
            </a:lvl6pPr>
            <a:lvl7pPr marL="1366139" indent="0" algn="ctr">
              <a:buNone/>
              <a:defRPr/>
            </a:lvl7pPr>
            <a:lvl8pPr marL="1593829" indent="0" algn="ctr">
              <a:buNone/>
              <a:defRPr/>
            </a:lvl8pPr>
            <a:lvl9pPr marL="1821519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502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797" y="1208397"/>
            <a:ext cx="19174247" cy="502957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797" y="7040956"/>
            <a:ext cx="19174247" cy="199144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412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3131" y="19390343"/>
            <a:ext cx="18109570" cy="5992708"/>
          </a:xfrm>
          <a:prstGeom prst="rect">
            <a:avLst/>
          </a:prstGeom>
        </p:spPr>
        <p:txBody>
          <a:bodyPr anchor="t"/>
          <a:lstStyle>
            <a:lvl1pPr algn="l">
              <a:defRPr sz="1992" b="1" cap="all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3131" y="12789519"/>
            <a:ext cx="18109570" cy="6600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96"/>
            </a:lvl1pPr>
            <a:lvl2pPr marL="227690" indent="0">
              <a:buNone/>
              <a:defRPr sz="897"/>
            </a:lvl2pPr>
            <a:lvl3pPr marL="455380" indent="0">
              <a:buNone/>
              <a:defRPr sz="797"/>
            </a:lvl3pPr>
            <a:lvl4pPr marL="683069" indent="0">
              <a:buNone/>
              <a:defRPr sz="697"/>
            </a:lvl4pPr>
            <a:lvl5pPr marL="910759" indent="0">
              <a:buNone/>
              <a:defRPr sz="697"/>
            </a:lvl5pPr>
            <a:lvl6pPr marL="1138449" indent="0">
              <a:buNone/>
              <a:defRPr sz="697"/>
            </a:lvl6pPr>
            <a:lvl7pPr marL="1366139" indent="0">
              <a:buNone/>
              <a:defRPr sz="697"/>
            </a:lvl7pPr>
            <a:lvl8pPr marL="1593829" indent="0">
              <a:buNone/>
              <a:defRPr sz="697"/>
            </a:lvl8pPr>
            <a:lvl9pPr marL="1821519" indent="0">
              <a:buNone/>
              <a:defRPr sz="69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896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797" y="1208397"/>
            <a:ext cx="19174247" cy="502957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795" y="7040956"/>
            <a:ext cx="9532883" cy="19914467"/>
          </a:xfrm>
          <a:prstGeom prst="rect">
            <a:avLst/>
          </a:prstGeom>
        </p:spPr>
        <p:txBody>
          <a:bodyPr/>
          <a:lstStyle>
            <a:lvl1pPr>
              <a:defRPr sz="1394"/>
            </a:lvl1pPr>
            <a:lvl2pPr>
              <a:defRPr sz="1195"/>
            </a:lvl2pPr>
            <a:lvl3pPr>
              <a:defRPr sz="996"/>
            </a:lvl3pPr>
            <a:lvl4pPr>
              <a:defRPr sz="897"/>
            </a:lvl4pPr>
            <a:lvl5pPr>
              <a:defRPr sz="897"/>
            </a:lvl5pPr>
            <a:lvl6pPr>
              <a:defRPr sz="897"/>
            </a:lvl6pPr>
            <a:lvl7pPr>
              <a:defRPr sz="897"/>
            </a:lvl7pPr>
            <a:lvl8pPr>
              <a:defRPr sz="897"/>
            </a:lvl8pPr>
            <a:lvl9pPr>
              <a:defRPr sz="89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6043" y="7040956"/>
            <a:ext cx="9534002" cy="19914467"/>
          </a:xfrm>
          <a:prstGeom prst="rect">
            <a:avLst/>
          </a:prstGeom>
        </p:spPr>
        <p:txBody>
          <a:bodyPr/>
          <a:lstStyle>
            <a:lvl1pPr>
              <a:defRPr sz="1394"/>
            </a:lvl1pPr>
            <a:lvl2pPr>
              <a:defRPr sz="1195"/>
            </a:lvl2pPr>
            <a:lvl3pPr>
              <a:defRPr sz="996"/>
            </a:lvl3pPr>
            <a:lvl4pPr>
              <a:defRPr sz="897"/>
            </a:lvl4pPr>
            <a:lvl5pPr>
              <a:defRPr sz="897"/>
            </a:lvl5pPr>
            <a:lvl6pPr>
              <a:defRPr sz="897"/>
            </a:lvl6pPr>
            <a:lvl7pPr>
              <a:defRPr sz="897"/>
            </a:lvl7pPr>
            <a:lvl8pPr>
              <a:defRPr sz="897"/>
            </a:lvl8pPr>
            <a:lvl9pPr>
              <a:defRPr sz="89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96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797" y="1208397"/>
            <a:ext cx="19174247" cy="502957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797" y="6754256"/>
            <a:ext cx="9413218" cy="28154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95" b="1"/>
            </a:lvl1pPr>
            <a:lvl2pPr marL="227690" indent="0">
              <a:buNone/>
              <a:defRPr sz="996" b="1"/>
            </a:lvl2pPr>
            <a:lvl3pPr marL="455380" indent="0">
              <a:buNone/>
              <a:defRPr sz="897" b="1"/>
            </a:lvl3pPr>
            <a:lvl4pPr marL="683069" indent="0">
              <a:buNone/>
              <a:defRPr sz="797" b="1"/>
            </a:lvl4pPr>
            <a:lvl5pPr marL="910759" indent="0">
              <a:buNone/>
              <a:defRPr sz="797" b="1"/>
            </a:lvl5pPr>
            <a:lvl6pPr marL="1138449" indent="0">
              <a:buNone/>
              <a:defRPr sz="797" b="1"/>
            </a:lvl6pPr>
            <a:lvl7pPr marL="1366139" indent="0">
              <a:buNone/>
              <a:defRPr sz="797" b="1"/>
            </a:lvl7pPr>
            <a:lvl8pPr marL="1593829" indent="0">
              <a:buNone/>
              <a:defRPr sz="797" b="1"/>
            </a:lvl8pPr>
            <a:lvl9pPr marL="1821519" indent="0">
              <a:buNone/>
              <a:defRPr sz="79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797" y="9569741"/>
            <a:ext cx="9413218" cy="17385681"/>
          </a:xfrm>
          <a:prstGeom prst="rect">
            <a:avLst/>
          </a:prstGeom>
        </p:spPr>
        <p:txBody>
          <a:bodyPr/>
          <a:lstStyle>
            <a:lvl1pPr>
              <a:defRPr sz="1195"/>
            </a:lvl1pPr>
            <a:lvl2pPr>
              <a:defRPr sz="996"/>
            </a:lvl2pPr>
            <a:lvl3pPr>
              <a:defRPr sz="897"/>
            </a:lvl3pPr>
            <a:lvl4pPr>
              <a:defRPr sz="797"/>
            </a:lvl4pPr>
            <a:lvl5pPr>
              <a:defRPr sz="797"/>
            </a:lvl5pPr>
            <a:lvl6pPr>
              <a:defRPr sz="797"/>
            </a:lvl6pPr>
            <a:lvl7pPr>
              <a:defRPr sz="797"/>
            </a:lvl7pPr>
            <a:lvl8pPr>
              <a:defRPr sz="797"/>
            </a:lvl8pPr>
            <a:lvl9pPr>
              <a:defRPr sz="79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3469" y="6754256"/>
            <a:ext cx="9416575" cy="28154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95" b="1"/>
            </a:lvl1pPr>
            <a:lvl2pPr marL="227690" indent="0">
              <a:buNone/>
              <a:defRPr sz="996" b="1"/>
            </a:lvl2pPr>
            <a:lvl3pPr marL="455380" indent="0">
              <a:buNone/>
              <a:defRPr sz="897" b="1"/>
            </a:lvl3pPr>
            <a:lvl4pPr marL="683069" indent="0">
              <a:buNone/>
              <a:defRPr sz="797" b="1"/>
            </a:lvl4pPr>
            <a:lvl5pPr marL="910759" indent="0">
              <a:buNone/>
              <a:defRPr sz="797" b="1"/>
            </a:lvl5pPr>
            <a:lvl6pPr marL="1138449" indent="0">
              <a:buNone/>
              <a:defRPr sz="797" b="1"/>
            </a:lvl6pPr>
            <a:lvl7pPr marL="1366139" indent="0">
              <a:buNone/>
              <a:defRPr sz="797" b="1"/>
            </a:lvl7pPr>
            <a:lvl8pPr marL="1593829" indent="0">
              <a:buNone/>
              <a:defRPr sz="797" b="1"/>
            </a:lvl8pPr>
            <a:lvl9pPr marL="1821519" indent="0">
              <a:buNone/>
              <a:defRPr sz="79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3469" y="9569741"/>
            <a:ext cx="9416575" cy="17385681"/>
          </a:xfrm>
          <a:prstGeom prst="rect">
            <a:avLst/>
          </a:prstGeom>
        </p:spPr>
        <p:txBody>
          <a:bodyPr/>
          <a:lstStyle>
            <a:lvl1pPr>
              <a:defRPr sz="1195"/>
            </a:lvl1pPr>
            <a:lvl2pPr>
              <a:defRPr sz="996"/>
            </a:lvl2pPr>
            <a:lvl3pPr>
              <a:defRPr sz="897"/>
            </a:lvl3pPr>
            <a:lvl4pPr>
              <a:defRPr sz="797"/>
            </a:lvl4pPr>
            <a:lvl5pPr>
              <a:defRPr sz="797"/>
            </a:lvl5pPr>
            <a:lvl6pPr>
              <a:defRPr sz="797"/>
            </a:lvl6pPr>
            <a:lvl7pPr>
              <a:defRPr sz="797"/>
            </a:lvl7pPr>
            <a:lvl8pPr>
              <a:defRPr sz="797"/>
            </a:lvl8pPr>
            <a:lvl9pPr>
              <a:defRPr sz="79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64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797" y="1208397"/>
            <a:ext cx="19174247" cy="502957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4592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5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795" y="1201679"/>
            <a:ext cx="7008750" cy="5112447"/>
          </a:xfrm>
          <a:prstGeom prst="rect">
            <a:avLst/>
          </a:prstGeom>
        </p:spPr>
        <p:txBody>
          <a:bodyPr anchor="b"/>
          <a:lstStyle>
            <a:lvl1pPr algn="l">
              <a:defRPr sz="996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9531" y="1201678"/>
            <a:ext cx="11910513" cy="25753744"/>
          </a:xfrm>
          <a:prstGeom prst="rect">
            <a:avLst/>
          </a:prstGeom>
        </p:spPr>
        <p:txBody>
          <a:bodyPr/>
          <a:lstStyle>
            <a:lvl1pPr>
              <a:defRPr sz="1594"/>
            </a:lvl1pPr>
            <a:lvl2pPr>
              <a:defRPr sz="1394"/>
            </a:lvl2pPr>
            <a:lvl3pPr>
              <a:defRPr sz="1195"/>
            </a:lvl3pPr>
            <a:lvl4pPr>
              <a:defRPr sz="996"/>
            </a:lvl4pPr>
            <a:lvl5pPr>
              <a:defRPr sz="996"/>
            </a:lvl5pPr>
            <a:lvl6pPr>
              <a:defRPr sz="996"/>
            </a:lvl6pPr>
            <a:lvl7pPr>
              <a:defRPr sz="996"/>
            </a:lvl7pPr>
            <a:lvl8pPr>
              <a:defRPr sz="996"/>
            </a:lvl8pPr>
            <a:lvl9pPr>
              <a:defRPr sz="99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795" y="6314126"/>
            <a:ext cx="7008750" cy="20641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97"/>
            </a:lvl1pPr>
            <a:lvl2pPr marL="227690" indent="0">
              <a:buNone/>
              <a:defRPr sz="598"/>
            </a:lvl2pPr>
            <a:lvl3pPr marL="455380" indent="0">
              <a:buNone/>
              <a:defRPr sz="498"/>
            </a:lvl3pPr>
            <a:lvl4pPr marL="683069" indent="0">
              <a:buNone/>
              <a:defRPr sz="448"/>
            </a:lvl4pPr>
            <a:lvl5pPr marL="910759" indent="0">
              <a:buNone/>
              <a:defRPr sz="448"/>
            </a:lvl5pPr>
            <a:lvl6pPr marL="1138449" indent="0">
              <a:buNone/>
              <a:defRPr sz="448"/>
            </a:lvl6pPr>
            <a:lvl7pPr marL="1366139" indent="0">
              <a:buNone/>
              <a:defRPr sz="448"/>
            </a:lvl7pPr>
            <a:lvl8pPr marL="1593829" indent="0">
              <a:buNone/>
              <a:defRPr sz="448"/>
            </a:lvl8pPr>
            <a:lvl9pPr marL="1821519" indent="0">
              <a:buNone/>
              <a:defRPr sz="44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854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949" y="21122865"/>
            <a:ext cx="12783950" cy="2492948"/>
          </a:xfrm>
          <a:prstGeom prst="rect">
            <a:avLst/>
          </a:prstGeom>
        </p:spPr>
        <p:txBody>
          <a:bodyPr anchor="b"/>
          <a:lstStyle>
            <a:lvl1pPr algn="l">
              <a:defRPr sz="996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75949" y="2695655"/>
            <a:ext cx="12783950" cy="181057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94"/>
            </a:lvl1pPr>
            <a:lvl2pPr marL="227690" indent="0">
              <a:buNone/>
              <a:defRPr sz="1394"/>
            </a:lvl2pPr>
            <a:lvl3pPr marL="455380" indent="0">
              <a:buNone/>
              <a:defRPr sz="1195"/>
            </a:lvl3pPr>
            <a:lvl4pPr marL="683069" indent="0">
              <a:buNone/>
              <a:defRPr sz="996"/>
            </a:lvl4pPr>
            <a:lvl5pPr marL="910759" indent="0">
              <a:buNone/>
              <a:defRPr sz="996"/>
            </a:lvl5pPr>
            <a:lvl6pPr marL="1138449" indent="0">
              <a:buNone/>
              <a:defRPr sz="996"/>
            </a:lvl6pPr>
            <a:lvl7pPr marL="1366139" indent="0">
              <a:buNone/>
              <a:defRPr sz="996"/>
            </a:lvl7pPr>
            <a:lvl8pPr marL="1593829" indent="0">
              <a:buNone/>
              <a:defRPr sz="996"/>
            </a:lvl8pPr>
            <a:lvl9pPr marL="1821519" indent="0">
              <a:buNone/>
              <a:defRPr sz="996"/>
            </a:lvl9pPr>
          </a:lstStyle>
          <a:p>
            <a:pPr lvl="0"/>
            <a:endParaRPr lang="it-IT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75949" y="23615813"/>
            <a:ext cx="12783950" cy="3542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97"/>
            </a:lvl1pPr>
            <a:lvl2pPr marL="227690" indent="0">
              <a:buNone/>
              <a:defRPr sz="598"/>
            </a:lvl2pPr>
            <a:lvl3pPr marL="455380" indent="0">
              <a:buNone/>
              <a:defRPr sz="498"/>
            </a:lvl3pPr>
            <a:lvl4pPr marL="683069" indent="0">
              <a:buNone/>
              <a:defRPr sz="448"/>
            </a:lvl4pPr>
            <a:lvl5pPr marL="910759" indent="0">
              <a:buNone/>
              <a:defRPr sz="448"/>
            </a:lvl5pPr>
            <a:lvl6pPr marL="1138449" indent="0">
              <a:buNone/>
              <a:defRPr sz="448"/>
            </a:lvl6pPr>
            <a:lvl7pPr marL="1366139" indent="0">
              <a:buNone/>
              <a:defRPr sz="448"/>
            </a:lvl7pPr>
            <a:lvl8pPr marL="1593829" indent="0">
              <a:buNone/>
              <a:defRPr sz="448"/>
            </a:lvl8pPr>
            <a:lvl9pPr marL="1821519" indent="0">
              <a:buNone/>
              <a:defRPr sz="44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72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797" y="1208397"/>
            <a:ext cx="19174247" cy="502957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797" y="7040956"/>
            <a:ext cx="19174247" cy="19914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237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46761" y="1208397"/>
            <a:ext cx="4793283" cy="257470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796" y="1208397"/>
            <a:ext cx="14273602" cy="257470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4709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719CE1"/>
            </a:gs>
            <a:gs pos="100000">
              <a:srgbClr val="1D458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62649" rtl="0" eaLnBrk="0" fontAlgn="base" hangingPunct="0">
        <a:spcBef>
          <a:spcPct val="0"/>
        </a:spcBef>
        <a:spcAft>
          <a:spcPct val="0"/>
        </a:spcAft>
        <a:defRPr sz="9960">
          <a:solidFill>
            <a:schemeClr val="tx2"/>
          </a:solidFill>
          <a:latin typeface="+mj-lt"/>
          <a:ea typeface="+mj-ea"/>
          <a:cs typeface="+mj-cs"/>
        </a:defRPr>
      </a:lvl1pPr>
      <a:lvl2pPr algn="ctr" defTabSz="2062649" rtl="0" eaLnBrk="0" fontAlgn="base" hangingPunct="0">
        <a:spcBef>
          <a:spcPct val="0"/>
        </a:spcBef>
        <a:spcAft>
          <a:spcPct val="0"/>
        </a:spcAft>
        <a:defRPr sz="9960">
          <a:solidFill>
            <a:schemeClr val="tx2"/>
          </a:solidFill>
          <a:latin typeface="Times New Roman" pitchFamily="18" charset="0"/>
        </a:defRPr>
      </a:lvl2pPr>
      <a:lvl3pPr algn="ctr" defTabSz="2062649" rtl="0" eaLnBrk="0" fontAlgn="base" hangingPunct="0">
        <a:spcBef>
          <a:spcPct val="0"/>
        </a:spcBef>
        <a:spcAft>
          <a:spcPct val="0"/>
        </a:spcAft>
        <a:defRPr sz="9960">
          <a:solidFill>
            <a:schemeClr val="tx2"/>
          </a:solidFill>
          <a:latin typeface="Times New Roman" pitchFamily="18" charset="0"/>
        </a:defRPr>
      </a:lvl3pPr>
      <a:lvl4pPr algn="ctr" defTabSz="2062649" rtl="0" eaLnBrk="0" fontAlgn="base" hangingPunct="0">
        <a:spcBef>
          <a:spcPct val="0"/>
        </a:spcBef>
        <a:spcAft>
          <a:spcPct val="0"/>
        </a:spcAft>
        <a:defRPr sz="9960">
          <a:solidFill>
            <a:schemeClr val="tx2"/>
          </a:solidFill>
          <a:latin typeface="Times New Roman" pitchFamily="18" charset="0"/>
        </a:defRPr>
      </a:lvl4pPr>
      <a:lvl5pPr algn="ctr" defTabSz="2062649" rtl="0" eaLnBrk="0" fontAlgn="base" hangingPunct="0">
        <a:spcBef>
          <a:spcPct val="0"/>
        </a:spcBef>
        <a:spcAft>
          <a:spcPct val="0"/>
        </a:spcAft>
        <a:defRPr sz="9960">
          <a:solidFill>
            <a:schemeClr val="tx2"/>
          </a:solidFill>
          <a:latin typeface="Times New Roman" pitchFamily="18" charset="0"/>
        </a:defRPr>
      </a:lvl5pPr>
      <a:lvl6pPr marL="227690" algn="ctr" defTabSz="2062649" rtl="0" fontAlgn="base">
        <a:spcBef>
          <a:spcPct val="0"/>
        </a:spcBef>
        <a:spcAft>
          <a:spcPct val="0"/>
        </a:spcAft>
        <a:defRPr sz="9960">
          <a:solidFill>
            <a:schemeClr val="tx2"/>
          </a:solidFill>
          <a:latin typeface="Times New Roman" pitchFamily="18" charset="0"/>
        </a:defRPr>
      </a:lvl6pPr>
      <a:lvl7pPr marL="455380" algn="ctr" defTabSz="2062649" rtl="0" fontAlgn="base">
        <a:spcBef>
          <a:spcPct val="0"/>
        </a:spcBef>
        <a:spcAft>
          <a:spcPct val="0"/>
        </a:spcAft>
        <a:defRPr sz="9960">
          <a:solidFill>
            <a:schemeClr val="tx2"/>
          </a:solidFill>
          <a:latin typeface="Times New Roman" pitchFamily="18" charset="0"/>
        </a:defRPr>
      </a:lvl7pPr>
      <a:lvl8pPr marL="683069" algn="ctr" defTabSz="2062649" rtl="0" fontAlgn="base">
        <a:spcBef>
          <a:spcPct val="0"/>
        </a:spcBef>
        <a:spcAft>
          <a:spcPct val="0"/>
        </a:spcAft>
        <a:defRPr sz="9960">
          <a:solidFill>
            <a:schemeClr val="tx2"/>
          </a:solidFill>
          <a:latin typeface="Times New Roman" pitchFamily="18" charset="0"/>
        </a:defRPr>
      </a:lvl8pPr>
      <a:lvl9pPr marL="910759" algn="ctr" defTabSz="2062649" rtl="0" fontAlgn="base">
        <a:spcBef>
          <a:spcPct val="0"/>
        </a:spcBef>
        <a:spcAft>
          <a:spcPct val="0"/>
        </a:spcAft>
        <a:defRPr sz="9960">
          <a:solidFill>
            <a:schemeClr val="tx2"/>
          </a:solidFill>
          <a:latin typeface="Times New Roman" pitchFamily="18" charset="0"/>
        </a:defRPr>
      </a:lvl9pPr>
    </p:titleStyle>
    <p:bodyStyle>
      <a:lvl1pPr marL="774778" indent="-774778" algn="l" defTabSz="2062649" rtl="0" eaLnBrk="0" fontAlgn="base" hangingPunct="0">
        <a:spcBef>
          <a:spcPct val="20000"/>
        </a:spcBef>
        <a:spcAft>
          <a:spcPct val="0"/>
        </a:spcAft>
        <a:buChar char="•"/>
        <a:defRPr sz="7371">
          <a:solidFill>
            <a:schemeClr val="tx1"/>
          </a:solidFill>
          <a:latin typeface="+mn-lt"/>
          <a:ea typeface="+mn-ea"/>
          <a:cs typeface="+mn-cs"/>
        </a:defRPr>
      </a:lvl1pPr>
      <a:lvl2pPr marL="1676841" indent="-643540" algn="l" defTabSz="2062649" rtl="0" eaLnBrk="0" fontAlgn="base" hangingPunct="0">
        <a:spcBef>
          <a:spcPct val="20000"/>
        </a:spcBef>
        <a:spcAft>
          <a:spcPct val="0"/>
        </a:spcAft>
        <a:buChar char="–"/>
        <a:defRPr sz="6275">
          <a:solidFill>
            <a:schemeClr val="tx1"/>
          </a:solidFill>
          <a:latin typeface="+mn-lt"/>
        </a:defRPr>
      </a:lvl2pPr>
      <a:lvl3pPr marL="2578904" indent="-516255" algn="l" defTabSz="2062649" rtl="0" eaLnBrk="0" fontAlgn="base" hangingPunct="0">
        <a:spcBef>
          <a:spcPct val="20000"/>
        </a:spcBef>
        <a:spcAft>
          <a:spcPct val="0"/>
        </a:spcAft>
        <a:buChar char="•"/>
        <a:defRPr sz="5428">
          <a:solidFill>
            <a:schemeClr val="tx1"/>
          </a:solidFill>
          <a:latin typeface="+mn-lt"/>
        </a:defRPr>
      </a:lvl3pPr>
      <a:lvl4pPr marL="3612204" indent="-516255" algn="l" defTabSz="2062649" rtl="0" eaLnBrk="0" fontAlgn="base" hangingPunct="0">
        <a:spcBef>
          <a:spcPct val="20000"/>
        </a:spcBef>
        <a:spcAft>
          <a:spcPct val="0"/>
        </a:spcAft>
        <a:buChar char="–"/>
        <a:defRPr sz="4532">
          <a:solidFill>
            <a:schemeClr val="tx1"/>
          </a:solidFill>
          <a:latin typeface="+mn-lt"/>
        </a:defRPr>
      </a:lvl4pPr>
      <a:lvl5pPr marL="4641552" indent="-513093" algn="l" defTabSz="2062649" rtl="0" eaLnBrk="0" fontAlgn="base" hangingPunct="0">
        <a:spcBef>
          <a:spcPct val="20000"/>
        </a:spcBef>
        <a:spcAft>
          <a:spcPct val="0"/>
        </a:spcAft>
        <a:buChar char="»"/>
        <a:defRPr sz="4532">
          <a:solidFill>
            <a:schemeClr val="tx1"/>
          </a:solidFill>
          <a:latin typeface="+mn-lt"/>
        </a:defRPr>
      </a:lvl5pPr>
      <a:lvl6pPr marL="4869242" indent="-513093" algn="l" defTabSz="2062649" rtl="0" fontAlgn="base">
        <a:spcBef>
          <a:spcPct val="20000"/>
        </a:spcBef>
        <a:spcAft>
          <a:spcPct val="0"/>
        </a:spcAft>
        <a:buChar char="»"/>
        <a:defRPr sz="4532">
          <a:solidFill>
            <a:schemeClr val="tx1"/>
          </a:solidFill>
          <a:latin typeface="+mn-lt"/>
        </a:defRPr>
      </a:lvl6pPr>
      <a:lvl7pPr marL="5096932" indent="-513093" algn="l" defTabSz="2062649" rtl="0" fontAlgn="base">
        <a:spcBef>
          <a:spcPct val="20000"/>
        </a:spcBef>
        <a:spcAft>
          <a:spcPct val="0"/>
        </a:spcAft>
        <a:buChar char="»"/>
        <a:defRPr sz="4532">
          <a:solidFill>
            <a:schemeClr val="tx1"/>
          </a:solidFill>
          <a:latin typeface="+mn-lt"/>
        </a:defRPr>
      </a:lvl7pPr>
      <a:lvl8pPr marL="5324622" indent="-513093" algn="l" defTabSz="2062649" rtl="0" fontAlgn="base">
        <a:spcBef>
          <a:spcPct val="20000"/>
        </a:spcBef>
        <a:spcAft>
          <a:spcPct val="0"/>
        </a:spcAft>
        <a:buChar char="»"/>
        <a:defRPr sz="4532">
          <a:solidFill>
            <a:schemeClr val="tx1"/>
          </a:solidFill>
          <a:latin typeface="+mn-lt"/>
        </a:defRPr>
      </a:lvl8pPr>
      <a:lvl9pPr marL="5552312" indent="-513093" algn="l" defTabSz="2062649" rtl="0" fontAlgn="base">
        <a:spcBef>
          <a:spcPct val="20000"/>
        </a:spcBef>
        <a:spcAft>
          <a:spcPct val="0"/>
        </a:spcAft>
        <a:buChar char="»"/>
        <a:defRPr sz="4532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45538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1pPr>
      <a:lvl2pPr marL="227690" algn="l" defTabSz="45538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2pPr>
      <a:lvl3pPr marL="455380" algn="l" defTabSz="45538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3pPr>
      <a:lvl4pPr marL="683069" algn="l" defTabSz="45538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910759" algn="l" defTabSz="45538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138449" algn="l" defTabSz="45538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366139" algn="l" defTabSz="45538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593829" algn="l" defTabSz="45538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821519" algn="l" defTabSz="45538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6" name="Picture 162" descr="flat,800x800,070,f"/>
          <p:cNvPicPr>
            <a:picLocks noChangeAspect="1" noChangeArrowheads="1"/>
          </p:cNvPicPr>
          <p:nvPr/>
        </p:nvPicPr>
        <p:blipFill>
          <a:blip r:embed="rId2">
            <a:lum bright="4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9" r="1060" b="44937"/>
          <a:stretch>
            <a:fillRect/>
          </a:stretch>
        </p:blipFill>
        <p:spPr bwMode="auto">
          <a:xfrm>
            <a:off x="-20239" y="80475"/>
            <a:ext cx="21300258" cy="30123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550070" y="28964135"/>
            <a:ext cx="8863527" cy="975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537" tIns="22769" rIns="45537" bIns="22769" numCol="1" anchor="t" anchorCtr="0" compatLnSpc="1">
            <a:prstTxWarp prst="textNoShape">
              <a:avLst/>
            </a:prstTxWarp>
          </a:bodyPr>
          <a:lstStyle/>
          <a:p>
            <a:pPr defTabSz="455380">
              <a:spcAft>
                <a:spcPts val="100"/>
              </a:spcAft>
            </a:pPr>
            <a:r>
              <a:rPr lang="en-US" altLang="en-US" sz="2252" b="0" dirty="0" smtClean="0">
                <a:solidFill>
                  <a:srgbClr val="336C82"/>
                </a:solidFill>
                <a:latin typeface="Calibri" panose="020F0502020204030204" pitchFamily="34" charset="0"/>
              </a:rPr>
              <a:t>https://</a:t>
            </a:r>
            <a:r>
              <a:rPr lang="en-US" altLang="en-US" sz="2252" b="0" dirty="0" smtClean="0">
                <a:solidFill>
                  <a:srgbClr val="336C82"/>
                </a:solidFill>
                <a:latin typeface="Calibri" panose="020F0502020204030204" pitchFamily="34" charset="0"/>
              </a:rPr>
              <a:t>nes.aau.at</a:t>
            </a:r>
            <a:endParaRPr lang="en-US" altLang="en-US" sz="2252" b="0" dirty="0">
              <a:solidFill>
                <a:srgbClr val="336C82"/>
              </a:solidFill>
              <a:latin typeface="Calibri" panose="020F0502020204030204" pitchFamily="34" charset="0"/>
            </a:endParaRPr>
          </a:p>
          <a:p>
            <a:pPr defTabSz="455380">
              <a:spcAft>
                <a:spcPts val="100"/>
              </a:spcAft>
            </a:pPr>
            <a:r>
              <a:rPr lang="en-US" altLang="en-US" sz="2252" b="0" smtClean="0">
                <a:solidFill>
                  <a:srgbClr val="336C82"/>
                </a:solidFill>
                <a:latin typeface="Calibri" panose="020F0502020204030204" pitchFamily="34" charset="0"/>
              </a:rPr>
              <a:t>Institute </a:t>
            </a:r>
            <a:r>
              <a:rPr lang="en-US" altLang="en-US" sz="2252" b="0" dirty="0" smtClean="0">
                <a:solidFill>
                  <a:srgbClr val="336C82"/>
                </a:solidFill>
                <a:latin typeface="Calibri" panose="020F0502020204030204" pitchFamily="34" charset="0"/>
              </a:rPr>
              <a:t>of Networked and Embedded Systems, Pervasive Computing</a:t>
            </a:r>
            <a:endParaRPr lang="en-US" altLang="en-US" sz="2252" b="0" dirty="0">
              <a:solidFill>
                <a:srgbClr val="336C82"/>
              </a:solidFill>
              <a:latin typeface="Calibri" panose="020F0502020204030204" pitchFamily="34" charset="0"/>
            </a:endParaRPr>
          </a:p>
          <a:p>
            <a:pPr defTabSz="455380">
              <a:spcAft>
                <a:spcPts val="100"/>
              </a:spcAft>
            </a:pPr>
            <a:r>
              <a:rPr lang="en-US" altLang="en-US" sz="2252" b="0" dirty="0">
                <a:solidFill>
                  <a:srgbClr val="336C82"/>
                </a:solidFill>
                <a:latin typeface="Calibri" panose="020F0502020204030204" pitchFamily="34" charset="0"/>
              </a:rPr>
              <a:t>University of Klagenfurt, Austria</a:t>
            </a:r>
            <a:endParaRPr lang="en-US" altLang="en-US" sz="2252" dirty="0">
              <a:solidFill>
                <a:srgbClr val="336C82"/>
              </a:solidFill>
            </a:endParaRPr>
          </a:p>
        </p:txBody>
      </p:sp>
      <p:pic>
        <p:nvPicPr>
          <p:cNvPr id="1155" name="Picture 1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59" y="28909611"/>
            <a:ext cx="1213118" cy="1111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 bwMode="auto">
          <a:xfrm flipV="1">
            <a:off x="0" y="28781412"/>
            <a:ext cx="21300258" cy="2172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Straight Connector 109"/>
          <p:cNvCxnSpPr>
            <a:cxnSpLocks noChangeAspect="1"/>
          </p:cNvCxnSpPr>
          <p:nvPr/>
        </p:nvCxnSpPr>
        <p:spPr bwMode="auto">
          <a:xfrm flipV="1">
            <a:off x="34705" y="3332640"/>
            <a:ext cx="21293940" cy="3064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 Box 2"/>
          <p:cNvSpPr txBox="1">
            <a:spLocks noChangeAspect="1" noChangeArrowheads="1"/>
          </p:cNvSpPr>
          <p:nvPr/>
        </p:nvSpPr>
        <p:spPr bwMode="auto">
          <a:xfrm>
            <a:off x="782570" y="285190"/>
            <a:ext cx="12530740" cy="2192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537" tIns="22769" rIns="45537" bIns="22769" numCol="1" anchor="t" anchorCtr="0" compatLnSpc="1">
            <a:prstTxWarp prst="textNoShape">
              <a:avLst/>
            </a:prstTxWarp>
          </a:bodyPr>
          <a:lstStyle/>
          <a:p>
            <a:pPr algn="ctr" defTabSz="455380"/>
            <a:r>
              <a:rPr lang="en-US" altLang="en-US" sz="6757" dirty="0" smtClean="0">
                <a:latin typeface="Calibri" panose="020F0502020204030204" pitchFamily="34" charset="0"/>
              </a:rPr>
              <a:t>Title of PhD poster</a:t>
            </a:r>
            <a:endParaRPr lang="en-US" altLang="en-US" sz="6757" dirty="0">
              <a:latin typeface="Calibri" panose="020F0502020204030204" pitchFamily="34" charset="0"/>
            </a:endParaRPr>
          </a:p>
        </p:txBody>
      </p:sp>
      <p:sp>
        <p:nvSpPr>
          <p:cNvPr id="9" name="Text Box 2"/>
          <p:cNvSpPr txBox="1">
            <a:spLocks noChangeAspect="1" noChangeArrowheads="1"/>
          </p:cNvSpPr>
          <p:nvPr/>
        </p:nvSpPr>
        <p:spPr bwMode="auto">
          <a:xfrm>
            <a:off x="1275619" y="2586622"/>
            <a:ext cx="12037689" cy="54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4367" tIns="32183" rIns="64367" bIns="32183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4223" dirty="0" smtClean="0">
                <a:solidFill>
                  <a:srgbClr val="000000"/>
                </a:solidFill>
                <a:latin typeface="Calibri" panose="020F0502020204030204" pitchFamily="34" charset="0"/>
              </a:rPr>
              <a:t>Author name /// surname</a:t>
            </a:r>
            <a:endParaRPr lang="en-US" altLang="en-US" sz="4223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>
              <a:spcAft>
                <a:spcPts val="141"/>
              </a:spcAft>
            </a:pPr>
            <a:endParaRPr lang="en-US" altLang="en-US" sz="4223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endParaRPr lang="en-US" altLang="en-US" sz="4223" b="0" dirty="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197535" y="2669015"/>
            <a:ext cx="447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 Light" panose="020F0302020204030204" pitchFamily="34" charset="0"/>
              </a:rPr>
              <a:t>Doctoral School DECIDE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65176" y="3530712"/>
            <a:ext cx="20884896" cy="527807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4367" tIns="32183" rIns="64367" bIns="32183" numCol="1" rtlCol="0" anchor="t" anchorCtr="0" compatLnSpc="1">
            <a:prstTxWarp prst="textNoShape">
              <a:avLst/>
            </a:prstTxWarp>
          </a:bodyPr>
          <a:lstStyle/>
          <a:p>
            <a:pPr defTabSz="619062" eaLnBrk="1" hangingPunct="1"/>
            <a:endParaRPr lang="en-US" sz="2393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40407" y="4262276"/>
            <a:ext cx="7802336" cy="405296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dolor sit amet, consectetuer adipiscing elit. Maecenas porttitor congue massa. Fusce posuere, magna sed pulvinar ultricies, purus lectus malesuada libero, sit amet commodo magna eros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quis</a:t>
            </a: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urna</a:t>
            </a: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Maecenas porttitor congue massa. Fusce posuere, magna sed pulvinar ultricies, purus lectus malesuada libero, sit amet commodo magna eros quis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urna</a:t>
            </a: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265176" y="8972648"/>
            <a:ext cx="10424160" cy="527807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4367" tIns="32183" rIns="64367" bIns="32183" numCol="1" rtlCol="0" anchor="t" anchorCtr="0" compatLnSpc="1">
            <a:prstTxWarp prst="textNoShape">
              <a:avLst/>
            </a:prstTxWarp>
          </a:bodyPr>
          <a:lstStyle/>
          <a:p>
            <a:pPr defTabSz="619062" eaLnBrk="1" hangingPunct="1"/>
            <a:endParaRPr lang="en-US" sz="2393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41990" y="9024545"/>
            <a:ext cx="8067168" cy="74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23" dirty="0" smtClean="0">
                <a:latin typeface="Calibri" panose="020F0502020204030204" pitchFamily="34" charset="0"/>
                <a:cs typeface="Calibri Light" panose="020F0302020204030204" pitchFamily="34" charset="0"/>
              </a:rPr>
              <a:t>Research Questions</a:t>
            </a:r>
            <a:endParaRPr lang="en-US" sz="4223" dirty="0">
              <a:latin typeface="Calibri" panose="020F05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0991" y="13220337"/>
            <a:ext cx="3222673" cy="95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dolor sit figure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figurem</a:t>
            </a:r>
            <a:endParaRPr lang="en-US" sz="2816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266844" y="14380745"/>
            <a:ext cx="10424160" cy="1424435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4367" tIns="32183" rIns="64367" bIns="32183" numCol="1" rtlCol="0" anchor="t" anchorCtr="0" compatLnSpc="1">
            <a:prstTxWarp prst="textNoShape">
              <a:avLst/>
            </a:prstTxWarp>
          </a:bodyPr>
          <a:lstStyle/>
          <a:p>
            <a:pPr defTabSz="619062" eaLnBrk="1" hangingPunct="1"/>
            <a:endParaRPr lang="en-US" sz="2393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3734" y="14490210"/>
            <a:ext cx="8005976" cy="753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23" dirty="0" smtClean="0">
                <a:latin typeface="Calibri" panose="020F0502020204030204" pitchFamily="34" charset="0"/>
              </a:rPr>
              <a:t>Results /// Proof of concept</a:t>
            </a:r>
            <a:endParaRPr lang="en-US" sz="4223" dirty="0">
              <a:latin typeface="Calibri" panose="020F050202020403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25164" y="16001496"/>
            <a:ext cx="5626379" cy="3602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4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ipsum:</a:t>
            </a:r>
            <a:r>
              <a:rPr lang="en-US" sz="2534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534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dolor sit </a:t>
            </a:r>
            <a:r>
              <a:rPr lang="en-US" sz="2534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2534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Maecenas </a:t>
            </a:r>
            <a:r>
              <a:rPr lang="en-US" sz="2534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2534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534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r>
              <a:rPr lang="en-US" sz="2534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dag</a:t>
            </a:r>
            <a:endParaRPr lang="en-US" sz="253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4" i="1" dirty="0">
                <a:latin typeface="Calibri" panose="020F0502020204030204" pitchFamily="34" charset="0"/>
                <a:cs typeface="Calibri" panose="020F0502020204030204" pitchFamily="34" charset="0"/>
              </a:rPr>
              <a:t>Lorem ipsum:</a:t>
            </a:r>
            <a:r>
              <a:rPr lang="en-US" sz="253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534" b="0" dirty="0">
                <a:latin typeface="Calibri" panose="020F0502020204030204" pitchFamily="34" charset="0"/>
                <a:cs typeface="Calibri" panose="020F0502020204030204" pitchFamily="34" charset="0"/>
              </a:rPr>
              <a:t>dolor sit </a:t>
            </a:r>
            <a:r>
              <a:rPr lang="en-US" sz="2534" b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2534" b="0" dirty="0">
                <a:latin typeface="Calibri" panose="020F0502020204030204" pitchFamily="34" charset="0"/>
                <a:cs typeface="Calibri" panose="020F0502020204030204" pitchFamily="34" charset="0"/>
              </a:rPr>
              <a:t> Maecenas </a:t>
            </a:r>
            <a:r>
              <a:rPr lang="en-US" sz="2534" b="0" dirty="0" err="1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253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534" b="0" dirty="0" err="1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r>
              <a:rPr lang="en-US" sz="2534" b="0" dirty="0">
                <a:latin typeface="Calibri" panose="020F0502020204030204" pitchFamily="34" charset="0"/>
                <a:cs typeface="Calibri" panose="020F0502020204030204" pitchFamily="34" charset="0"/>
              </a:rPr>
              <a:t> dag</a:t>
            </a:r>
          </a:p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4" i="1" dirty="0">
                <a:latin typeface="Calibri" panose="020F0502020204030204" pitchFamily="34" charset="0"/>
                <a:cs typeface="Calibri" panose="020F0502020204030204" pitchFamily="34" charset="0"/>
              </a:rPr>
              <a:t>Lorem ipsum:</a:t>
            </a:r>
            <a:r>
              <a:rPr lang="en-US" sz="253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534" b="0" dirty="0">
                <a:latin typeface="Calibri" panose="020F0502020204030204" pitchFamily="34" charset="0"/>
                <a:cs typeface="Calibri" panose="020F0502020204030204" pitchFamily="34" charset="0"/>
              </a:rPr>
              <a:t>dolor sit </a:t>
            </a:r>
            <a:r>
              <a:rPr lang="en-US" sz="2534" b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2534" b="0" dirty="0">
                <a:latin typeface="Calibri" panose="020F0502020204030204" pitchFamily="34" charset="0"/>
                <a:cs typeface="Calibri" panose="020F0502020204030204" pitchFamily="34" charset="0"/>
              </a:rPr>
              <a:t> Maecenas </a:t>
            </a:r>
            <a:r>
              <a:rPr lang="en-US" sz="2534" b="0" dirty="0" err="1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253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534" b="0" dirty="0" err="1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r>
              <a:rPr lang="en-US" sz="2534" b="0" dirty="0">
                <a:latin typeface="Calibri" panose="020F0502020204030204" pitchFamily="34" charset="0"/>
                <a:cs typeface="Calibri" panose="020F0502020204030204" pitchFamily="34" charset="0"/>
              </a:rPr>
              <a:t> dag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92880" y="15210944"/>
            <a:ext cx="4845890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16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US" sz="2816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subtitelum</a:t>
            </a:r>
            <a:endParaRPr lang="en-US" sz="281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24056" y="20314067"/>
            <a:ext cx="5625267" cy="616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4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  <a:endParaRPr lang="en-US" sz="2534" b="0" i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925163" y="25791677"/>
            <a:ext cx="5626380" cy="1262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4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  <a:endParaRPr lang="en-US" sz="2534" b="0" i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2279" indent="-402279">
              <a:lnSpc>
                <a:spcPct val="150000"/>
              </a:lnSpc>
              <a:buFontTx/>
              <a:buChar char="-"/>
            </a:pPr>
            <a:endParaRPr lang="en-US" sz="2534" b="0" i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10725582" y="14383512"/>
            <a:ext cx="10424160" cy="1423529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4367" tIns="32183" rIns="64367" bIns="32183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endParaRPr 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158075" y="14418074"/>
            <a:ext cx="9904806" cy="74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23" dirty="0" smtClean="0">
                <a:latin typeface="Calibri" panose="020F0502020204030204" pitchFamily="34" charset="0"/>
                <a:cs typeface="Calibri Light" panose="020F0302020204030204" pitchFamily="34" charset="0"/>
              </a:rPr>
              <a:t>Conclusions &amp; Future Work</a:t>
            </a:r>
            <a:endParaRPr lang="en-US" sz="4223" dirty="0">
              <a:latin typeface="Calibri" panose="020F05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590" y="15023121"/>
            <a:ext cx="2389615" cy="2389615"/>
          </a:xfrm>
          <a:prstGeom prst="ellipse">
            <a:avLst/>
          </a:prstGeom>
        </p:spPr>
      </p:pic>
      <p:sp>
        <p:nvSpPr>
          <p:cNvPr id="1121" name="TextBox 1120"/>
          <p:cNvSpPr txBox="1"/>
          <p:nvPr/>
        </p:nvSpPr>
        <p:spPr>
          <a:xfrm>
            <a:off x="13259549" y="15216222"/>
            <a:ext cx="7884925" cy="2042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2816" b="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Maecenas porttitor congue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massa</a:t>
            </a: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endParaRPr lang="en-US" sz="2816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923694" y="17649272"/>
            <a:ext cx="8729029" cy="2042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2816" b="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Maecenas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porttitor</a:t>
            </a: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congue</a:t>
            </a: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massa</a:t>
            </a: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endParaRPr lang="en-US" sz="2816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259549" y="20237807"/>
            <a:ext cx="7884925" cy="67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  <a:endParaRPr lang="en-US" sz="2816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923037" y="23325183"/>
            <a:ext cx="7569532" cy="1392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  <a:endParaRPr lang="en-US" sz="2816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16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438633" y="9610744"/>
            <a:ext cx="7110690" cy="44255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urna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. Maecenas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porttitor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congue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massa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, magna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pulvinar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ultricies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purus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lectus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malesuada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libero, sit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magna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eros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quis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urna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816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84" y="3926554"/>
            <a:ext cx="6628190" cy="4508144"/>
          </a:xfrm>
          <a:prstGeom prst="rect">
            <a:avLst/>
          </a:prstGeom>
        </p:spPr>
      </p:pic>
      <p:pic>
        <p:nvPicPr>
          <p:cNvPr id="1126" name="Picture 11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5971" y="3917280"/>
            <a:ext cx="4504935" cy="4504935"/>
          </a:xfrm>
          <a:prstGeom prst="rect">
            <a:avLst/>
          </a:prstGeom>
        </p:spPr>
      </p:pic>
      <p:pic>
        <p:nvPicPr>
          <p:cNvPr id="1127" name="Picture 11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78" y="9085966"/>
            <a:ext cx="2869988" cy="1952014"/>
          </a:xfrm>
          <a:prstGeom prst="rect">
            <a:avLst/>
          </a:prstGeom>
        </p:spPr>
      </p:pic>
      <p:pic>
        <p:nvPicPr>
          <p:cNvPr id="1139" name="Picture 113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68" y="15277906"/>
            <a:ext cx="4351192" cy="2959450"/>
          </a:xfrm>
          <a:prstGeom prst="rect">
            <a:avLst/>
          </a:prstGeom>
        </p:spPr>
      </p:pic>
      <p:pic>
        <p:nvPicPr>
          <p:cNvPr id="1140" name="Picture 113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68" y="18652869"/>
            <a:ext cx="4351192" cy="2959450"/>
          </a:xfrm>
          <a:prstGeom prst="rect">
            <a:avLst/>
          </a:prstGeom>
        </p:spPr>
      </p:pic>
      <p:pic>
        <p:nvPicPr>
          <p:cNvPr id="1142" name="Picture 11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68" y="22027831"/>
            <a:ext cx="4351192" cy="2959450"/>
          </a:xfrm>
          <a:prstGeom prst="rect">
            <a:avLst/>
          </a:prstGeom>
        </p:spPr>
      </p:pic>
      <p:pic>
        <p:nvPicPr>
          <p:cNvPr id="1143" name="Picture 114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68" y="25402794"/>
            <a:ext cx="4351192" cy="295945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167" y="3541285"/>
            <a:ext cx="7822575" cy="74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23" dirty="0" smtClean="0">
                <a:latin typeface="Calibri" panose="020F0502020204030204" pitchFamily="34" charset="0"/>
                <a:cs typeface="Calibri Light" panose="020F0302020204030204" pitchFamily="34" charset="0"/>
              </a:rPr>
              <a:t>Introduction / Motivation</a:t>
            </a:r>
            <a:endParaRPr lang="en-US" sz="4223" dirty="0">
              <a:latin typeface="Calibri" panose="020F05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7913099" y="13178868"/>
            <a:ext cx="3299148" cy="95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dolor sit figure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figurem</a:t>
            </a:r>
            <a:endParaRPr lang="en-US" sz="2816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824" y="17406230"/>
            <a:ext cx="2389615" cy="2389615"/>
          </a:xfrm>
          <a:prstGeom prst="ellipse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94" y="20076813"/>
            <a:ext cx="2389615" cy="2389615"/>
          </a:xfrm>
          <a:prstGeom prst="ellipse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9206" y="22867848"/>
            <a:ext cx="2389615" cy="2389615"/>
          </a:xfrm>
          <a:prstGeom prst="ellipse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73057" y="26502273"/>
            <a:ext cx="770095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2279" indent="-40227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i="1" u="sng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36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0" dirty="0" err="1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r>
              <a:rPr lang="en-US" sz="36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0" dirty="0" err="1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36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0" dirty="0" err="1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r>
              <a:rPr lang="en-US" sz="36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0" dirty="0" err="1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36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0" dirty="0" err="1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r>
              <a:rPr lang="en-US" sz="36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92880" y="19707106"/>
            <a:ext cx="4845890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16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US" sz="2816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subtitelum</a:t>
            </a:r>
            <a:endParaRPr lang="en-US" sz="281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292880" y="25463837"/>
            <a:ext cx="4845890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16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US" sz="2816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subtitelum</a:t>
            </a:r>
            <a:endParaRPr lang="en-US" sz="281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29" y="11195977"/>
            <a:ext cx="2869988" cy="195201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 bwMode="auto">
          <a:xfrm>
            <a:off x="10725912" y="8972648"/>
            <a:ext cx="10424160" cy="527807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4367" tIns="32183" rIns="64367" bIns="32183" numCol="1" rtlCol="0" anchor="t" anchorCtr="0" compatLnSpc="1">
            <a:prstTxWarp prst="textNoShape">
              <a:avLst/>
            </a:prstTxWarp>
          </a:bodyPr>
          <a:lstStyle/>
          <a:p>
            <a:pPr defTabSz="619062" eaLnBrk="1" hangingPunct="1"/>
            <a:endParaRPr lang="en-US" sz="2393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29" name="Picture 11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0253" y="9110373"/>
            <a:ext cx="1985026" cy="1985026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0253" y="11143877"/>
            <a:ext cx="1985026" cy="198502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923037" y="9082987"/>
            <a:ext cx="8067168" cy="74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23" dirty="0" smtClean="0">
                <a:latin typeface="Calibri" panose="020F0502020204030204" pitchFamily="34" charset="0"/>
                <a:cs typeface="Calibri Light" panose="020F0302020204030204" pitchFamily="34" charset="0"/>
              </a:rPr>
              <a:t>Research Methods</a:t>
            </a:r>
            <a:endParaRPr lang="en-US" sz="4223" dirty="0">
              <a:latin typeface="Calibri" panose="020F05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019680" y="9669186"/>
            <a:ext cx="7110690" cy="44255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16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sz="2816" b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urna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. Maecenas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porttitor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congue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massa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Fusce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posuere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, magna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pulvinar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ultricies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purus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lectus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malesuada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libero, sit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magna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eros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quis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16" b="0" dirty="0" err="1">
                <a:latin typeface="Calibri" panose="020F0502020204030204" pitchFamily="34" charset="0"/>
                <a:cs typeface="Calibri" panose="020F0502020204030204" pitchFamily="34" charset="0"/>
              </a:rPr>
              <a:t>urna</a:t>
            </a:r>
            <a:r>
              <a:rPr lang="en-US" sz="2816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816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7338" y="181944"/>
            <a:ext cx="7073593" cy="2010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FFC407"/>
      </a:dk2>
      <a:lt2>
        <a:srgbClr val="808080"/>
      </a:lt2>
      <a:accent1>
        <a:srgbClr val="2D3E43"/>
      </a:accent1>
      <a:accent2>
        <a:srgbClr val="3333CC"/>
      </a:accent2>
      <a:accent3>
        <a:srgbClr val="FFFFFF"/>
      </a:accent3>
      <a:accent4>
        <a:srgbClr val="000000"/>
      </a:accent4>
      <a:accent5>
        <a:srgbClr val="ADAFB0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794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794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Office PowerPoint</Application>
  <PresentationFormat>Benutzerdefiniert</PresentationFormat>
  <Paragraphs>34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Calibri Light</vt:lpstr>
      <vt:lpstr>Arial</vt:lpstr>
      <vt:lpstr>Calibri</vt:lpstr>
      <vt:lpstr>Verdana</vt:lpstr>
      <vt:lpstr>Times New Roman</vt:lpstr>
      <vt:lpstr>Default Design</vt:lpstr>
      <vt:lpstr>PowerPoint-Präsentation</vt:lpstr>
    </vt:vector>
  </TitlesOfParts>
  <Company>USQ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Coombes</dc:creator>
  <cp:lastModifiedBy>brinner</cp:lastModifiedBy>
  <cp:revision>278</cp:revision>
  <cp:lastPrinted>2008-04-15T00:03:51Z</cp:lastPrinted>
  <dcterms:created xsi:type="dcterms:W3CDTF">2002-10-03T01:23:02Z</dcterms:created>
  <dcterms:modified xsi:type="dcterms:W3CDTF">2022-05-30T14:32:57Z</dcterms:modified>
</cp:coreProperties>
</file>