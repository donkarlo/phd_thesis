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2.png" ContentType="image/png"/>
  <Override PartName="/ppt/media/image9.png" ContentType="image/png"/>
  <Override PartName="/ppt/media/image15.png" ContentType="image/png"/>
  <Override PartName="/ppt/media/image14.png" ContentType="image/png"/>
  <Override PartName="/ppt/media/image1.jpeg" ContentType="image/jpeg"/>
  <Override PartName="/ppt/media/image5.png" ContentType="image/png"/>
  <Override PartName="/ppt/media/image10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6.png" ContentType="image/png"/>
  <Override PartName="/ppt/media/image7.jpeg" ContentType="image/jpeg"/>
  <Override PartName="/ppt/media/image11.png" ContentType="image/png"/>
  <Override PartName="/ppt/media/image8.png" ContentType="image/png"/>
  <Override PartName="/ppt/media/image13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</p:sldIdLst>
  <p:sldSz cx="9144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1792440" y="4800600"/>
            <a:ext cx="5486040" cy="26262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1792440" y="27619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603680" y="27619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792440" y="2761920"/>
            <a:ext cx="5486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1792440" y="2761920"/>
            <a:ext cx="5486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1792440" y="27619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03680" y="27619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3647160" y="6127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5502240" y="6127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1792440" y="27619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body"/>
          </p:nvPr>
        </p:nvSpPr>
        <p:spPr>
          <a:xfrm>
            <a:off x="3647160" y="27619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body"/>
          </p:nvPr>
        </p:nvSpPr>
        <p:spPr>
          <a:xfrm>
            <a:off x="5502240" y="27619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1792440" y="4800600"/>
            <a:ext cx="5486040" cy="26262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1792440" y="27619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603680" y="27619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1792440" y="2761920"/>
            <a:ext cx="5486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1792440" y="2761920"/>
            <a:ext cx="5486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1792440" y="27619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603680" y="27619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3647160" y="6127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body"/>
          </p:nvPr>
        </p:nvSpPr>
        <p:spPr>
          <a:xfrm>
            <a:off x="5502240" y="6127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body"/>
          </p:nvPr>
        </p:nvSpPr>
        <p:spPr>
          <a:xfrm>
            <a:off x="1792440" y="27619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 type="body"/>
          </p:nvPr>
        </p:nvSpPr>
        <p:spPr>
          <a:xfrm>
            <a:off x="3647160" y="27619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5502240" y="27619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slideLayout" Target="../slideLayouts/slideLayout1.xml"/><Relationship Id="rId9" Type="http://schemas.openxmlformats.org/officeDocument/2006/relationships/slideLayout" Target="../slideLayouts/slideLayout2.xml"/><Relationship Id="rId10" Type="http://schemas.openxmlformats.org/officeDocument/2006/relationships/slideLayout" Target="../slideLayouts/slideLayout3.xml"/><Relationship Id="rId11" Type="http://schemas.openxmlformats.org/officeDocument/2006/relationships/slideLayout" Target="../slideLayouts/slideLayout4.xml"/><Relationship Id="rId12" Type="http://schemas.openxmlformats.org/officeDocument/2006/relationships/slideLayout" Target="../slideLayouts/slideLayout5.xml"/><Relationship Id="rId13" Type="http://schemas.openxmlformats.org/officeDocument/2006/relationships/slideLayout" Target="../slideLayouts/slideLayout6.xml"/><Relationship Id="rId14" Type="http://schemas.openxmlformats.org/officeDocument/2006/relationships/slideLayout" Target="../slideLayouts/slideLayout7.xml"/><Relationship Id="rId15" Type="http://schemas.openxmlformats.org/officeDocument/2006/relationships/slideLayout" Target="../slideLayouts/slideLayout8.xml"/><Relationship Id="rId16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0.xml"/><Relationship Id="rId18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7.jpe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rafik 2" descr=""/>
          <p:cNvPicPr/>
          <p:nvPr/>
        </p:nvPicPr>
        <p:blipFill>
          <a:blip r:embed="rId2"/>
          <a:srcRect l="0" t="0" r="7917" b="0"/>
          <a:stretch/>
        </p:blipFill>
        <p:spPr>
          <a:xfrm>
            <a:off x="323640" y="339120"/>
            <a:ext cx="8784720" cy="6360120"/>
          </a:xfrm>
          <a:prstGeom prst="rect">
            <a:avLst/>
          </a:prstGeom>
          <a:ln>
            <a:noFill/>
          </a:ln>
        </p:spPr>
      </p:pic>
      <p:pic>
        <p:nvPicPr>
          <p:cNvPr id="1" name="Picture 7" descr="UNI_KLU_powerpoints-2"/>
          <p:cNvPicPr/>
          <p:nvPr/>
        </p:nvPicPr>
        <p:blipFill>
          <a:blip r:embed="rId3"/>
          <a:srcRect l="0" t="95841" r="0" b="0"/>
          <a:stretch/>
        </p:blipFill>
        <p:spPr>
          <a:xfrm>
            <a:off x="0" y="6597720"/>
            <a:ext cx="9143640" cy="259920"/>
          </a:xfrm>
          <a:prstGeom prst="rect">
            <a:avLst/>
          </a:prstGeom>
          <a:ln>
            <a:noFill/>
          </a:ln>
        </p:spPr>
      </p:pic>
      <p:pic>
        <p:nvPicPr>
          <p:cNvPr id="2" name="Grafik 6" descr=""/>
          <p:cNvPicPr/>
          <p:nvPr/>
        </p:nvPicPr>
        <p:blipFill>
          <a:blip r:embed="rId4"/>
          <a:stretch/>
        </p:blipFill>
        <p:spPr>
          <a:xfrm>
            <a:off x="7093080" y="6158520"/>
            <a:ext cx="1485720" cy="403560"/>
          </a:xfrm>
          <a:prstGeom prst="rect">
            <a:avLst/>
          </a:prstGeom>
          <a:ln>
            <a:noFill/>
          </a:ln>
        </p:spPr>
      </p:pic>
      <p:sp>
        <p:nvSpPr>
          <p:cNvPr id="3" name="CustomShape 1"/>
          <p:cNvSpPr/>
          <p:nvPr/>
        </p:nvSpPr>
        <p:spPr>
          <a:xfrm>
            <a:off x="-468360" y="-316080"/>
            <a:ext cx="9793080" cy="7173720"/>
          </a:xfrm>
          <a:prstGeom prst="rect">
            <a:avLst/>
          </a:prstGeom>
          <a:solidFill>
            <a:srgbClr val="346c83"/>
          </a:solidFill>
          <a:ln w="9360">
            <a:solidFill>
              <a:schemeClr val="tx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" name="Grafik 8" descr="AAU_www_Logo_weiß.png"/>
          <p:cNvPicPr/>
          <p:nvPr/>
        </p:nvPicPr>
        <p:blipFill>
          <a:blip r:embed="rId5"/>
          <a:stretch/>
        </p:blipFill>
        <p:spPr>
          <a:xfrm>
            <a:off x="7308720" y="6165720"/>
            <a:ext cx="1201320" cy="309240"/>
          </a:xfrm>
          <a:prstGeom prst="rect">
            <a:avLst/>
          </a:prstGeom>
          <a:ln>
            <a:noFill/>
          </a:ln>
        </p:spPr>
      </p:pic>
      <p:pic>
        <p:nvPicPr>
          <p:cNvPr id="5" name="Grafik 9" descr=""/>
          <p:cNvPicPr/>
          <p:nvPr/>
        </p:nvPicPr>
        <p:blipFill>
          <a:blip r:embed="rId6"/>
          <a:stretch/>
        </p:blipFill>
        <p:spPr>
          <a:xfrm>
            <a:off x="6660000" y="333720"/>
            <a:ext cx="1814040" cy="515160"/>
          </a:xfrm>
          <a:prstGeom prst="rect">
            <a:avLst/>
          </a:prstGeom>
          <a:ln>
            <a:noFill/>
          </a:ln>
        </p:spPr>
      </p:pic>
      <p:pic>
        <p:nvPicPr>
          <p:cNvPr id="6" name="Picture 7" descr="UNI_KLU_powerpoints-2"/>
          <p:cNvPicPr/>
          <p:nvPr/>
        </p:nvPicPr>
        <p:blipFill>
          <a:blip r:embed="rId7"/>
          <a:srcRect l="0" t="95841" r="0" b="0"/>
          <a:stretch/>
        </p:blipFill>
        <p:spPr>
          <a:xfrm>
            <a:off x="-457200" y="6597720"/>
            <a:ext cx="9774000" cy="259920"/>
          </a:xfrm>
          <a:prstGeom prst="rect">
            <a:avLst/>
          </a:prstGeom>
          <a:ln>
            <a:noFill/>
          </a:ln>
        </p:spPr>
      </p:pic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de-DE" sz="2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de-DE" sz="24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de-DE" sz="24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de-DE" sz="2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rgbClr val="000000"/>
                </a:solidFill>
                <a:latin typeface="Candara"/>
              </a:rPr>
              <a:t>Click to edit the outline text format</a:t>
            </a:r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Candara"/>
              </a:rPr>
              <a:t>Second Outline Level</a:t>
            </a:r>
            <a:endParaRPr b="0" lang="de-DE" sz="2000" spc="-1" strike="noStrike">
              <a:solidFill>
                <a:srgbClr val="000000"/>
              </a:solidFill>
              <a:latin typeface="Candara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Candara"/>
              </a:rPr>
              <a:t>Third Outline Level</a:t>
            </a:r>
            <a:endParaRPr b="0" lang="de-DE" sz="2000" spc="-1" strike="noStrike">
              <a:solidFill>
                <a:srgbClr val="000000"/>
              </a:solidFill>
              <a:latin typeface="Candara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Candara"/>
              </a:rPr>
              <a:t>Fourth Outline Level</a:t>
            </a:r>
            <a:endParaRPr b="0" lang="de-DE" sz="2000" spc="-1" strike="noStrike">
              <a:solidFill>
                <a:srgbClr val="000000"/>
              </a:solidFill>
              <a:latin typeface="Candara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Candara"/>
              </a:rPr>
              <a:t>Fifth Outline Level</a:t>
            </a:r>
            <a:endParaRPr b="0" lang="de-DE" sz="2000" spc="-1" strike="noStrike">
              <a:solidFill>
                <a:srgbClr val="000000"/>
              </a:solidFill>
              <a:latin typeface="Candara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Candara"/>
              </a:rPr>
              <a:t>Sixth Outline Level</a:t>
            </a:r>
            <a:endParaRPr b="0" lang="de-DE" sz="2000" spc="-1" strike="noStrike">
              <a:solidFill>
                <a:srgbClr val="000000"/>
              </a:solidFill>
              <a:latin typeface="Candara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Candara"/>
              </a:rPr>
              <a:t>Seventh Outline Level</a:t>
            </a:r>
            <a:endParaRPr b="0" lang="de-DE" sz="20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8"/>
    <p:sldLayoutId id="2147483650" r:id="rId9"/>
    <p:sldLayoutId id="2147483651" r:id="rId10"/>
    <p:sldLayoutId id="2147483652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  <p:sldLayoutId id="2147483659" r:id="rId18"/>
    <p:sldLayoutId id="2147483660" r:id="rId19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rafik 2" descr=""/>
          <p:cNvPicPr/>
          <p:nvPr/>
        </p:nvPicPr>
        <p:blipFill>
          <a:blip r:embed="rId2"/>
          <a:srcRect l="0" t="0" r="7917" b="0"/>
          <a:stretch/>
        </p:blipFill>
        <p:spPr>
          <a:xfrm>
            <a:off x="323640" y="339120"/>
            <a:ext cx="8784720" cy="6360120"/>
          </a:xfrm>
          <a:prstGeom prst="rect">
            <a:avLst/>
          </a:prstGeom>
          <a:ln>
            <a:noFill/>
          </a:ln>
        </p:spPr>
      </p:pic>
      <p:pic>
        <p:nvPicPr>
          <p:cNvPr id="46" name="Picture 7" descr="UNI_KLU_powerpoints-2"/>
          <p:cNvPicPr/>
          <p:nvPr/>
        </p:nvPicPr>
        <p:blipFill>
          <a:blip r:embed="rId3"/>
          <a:srcRect l="0" t="95841" r="0" b="0"/>
          <a:stretch/>
        </p:blipFill>
        <p:spPr>
          <a:xfrm>
            <a:off x="0" y="6597720"/>
            <a:ext cx="9143640" cy="259920"/>
          </a:xfrm>
          <a:prstGeom prst="rect">
            <a:avLst/>
          </a:prstGeom>
          <a:ln>
            <a:noFill/>
          </a:ln>
        </p:spPr>
      </p:pic>
      <p:pic>
        <p:nvPicPr>
          <p:cNvPr id="47" name="Grafik 6" descr=""/>
          <p:cNvPicPr/>
          <p:nvPr/>
        </p:nvPicPr>
        <p:blipFill>
          <a:blip r:embed="rId4"/>
          <a:stretch/>
        </p:blipFill>
        <p:spPr>
          <a:xfrm>
            <a:off x="7093080" y="6158520"/>
            <a:ext cx="1485720" cy="403560"/>
          </a:xfrm>
          <a:prstGeom prst="rect">
            <a:avLst/>
          </a:prstGeom>
          <a:ln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anchor="b">
            <a:noAutofit/>
          </a:bodyPr>
          <a:p>
            <a:pPr>
              <a:lnSpc>
                <a:spcPct val="100000"/>
              </a:lnSpc>
            </a:pP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Titelmas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terform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at durch 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Klicken 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bearbeit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en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de-DE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Bild durch Klicken auf Symbol hinzufügen</a:t>
            </a:r>
            <a:endParaRPr b="0" lang="de-DE" sz="32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de-DE" sz="1400" spc="-1" strike="noStrike">
                <a:solidFill>
                  <a:srgbClr val="000000"/>
                </a:solidFill>
                <a:latin typeface="Candara"/>
              </a:rPr>
              <a:t>Textmasterformat bearbeiten</a:t>
            </a:r>
            <a:endParaRPr b="0" lang="de-DE" sz="14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835920" y="413640"/>
            <a:ext cx="8195400" cy="45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CustomShape 2"/>
          <p:cNvSpPr/>
          <p:nvPr/>
        </p:nvSpPr>
        <p:spPr>
          <a:xfrm>
            <a:off x="874800" y="1122120"/>
            <a:ext cx="6054120" cy="701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89" name="TextShape 3"/>
          <p:cNvSpPr txBox="1"/>
          <p:nvPr/>
        </p:nvSpPr>
        <p:spPr>
          <a:xfrm>
            <a:off x="218520" y="72360"/>
            <a:ext cx="8767080" cy="4568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Tow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ards 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Self-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Awa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rene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ss in 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Mul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ti-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Rob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ot 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Syst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ems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90" name="Group 4"/>
          <p:cNvGrpSpPr/>
          <p:nvPr/>
        </p:nvGrpSpPr>
        <p:grpSpPr>
          <a:xfrm>
            <a:off x="88560" y="640080"/>
            <a:ext cx="6037920" cy="3133080"/>
            <a:chOff x="88560" y="640080"/>
            <a:chExt cx="6037920" cy="3133080"/>
          </a:xfrm>
        </p:grpSpPr>
        <p:pic>
          <p:nvPicPr>
            <p:cNvPr id="91" name="" descr=""/>
            <p:cNvPicPr/>
            <p:nvPr/>
          </p:nvPicPr>
          <p:blipFill>
            <a:blip r:embed="rId1"/>
            <a:stretch/>
          </p:blipFill>
          <p:spPr>
            <a:xfrm>
              <a:off x="88560" y="2551320"/>
              <a:ext cx="574920" cy="4068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2" name="" descr=""/>
            <p:cNvPicPr/>
            <p:nvPr/>
          </p:nvPicPr>
          <p:blipFill>
            <a:blip r:embed="rId2"/>
            <a:stretch/>
          </p:blipFill>
          <p:spPr>
            <a:xfrm>
              <a:off x="88560" y="1175040"/>
              <a:ext cx="574920" cy="406440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93" name="Line 5"/>
            <p:cNvCxnSpPr/>
            <p:nvPr/>
          </p:nvCxnSpPr>
          <p:spPr>
            <a:xfrm>
              <a:off x="680400" y="1361880"/>
              <a:ext cx="519480" cy="252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94" name="Line 6"/>
            <p:cNvCxnSpPr/>
            <p:nvPr/>
          </p:nvCxnSpPr>
          <p:spPr>
            <a:xfrm>
              <a:off x="678600" y="2737800"/>
              <a:ext cx="519480" cy="216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sp>
          <p:nvSpPr>
            <p:cNvPr id="95" name="CustomShape 7"/>
            <p:cNvSpPr/>
            <p:nvPr/>
          </p:nvSpPr>
          <p:spPr>
            <a:xfrm>
              <a:off x="1257480" y="1211400"/>
              <a:ext cx="654480" cy="1664280"/>
            </a:xfrm>
            <a:prstGeom prst="rect">
              <a:avLst/>
            </a:prstGeom>
            <a:solidFill>
              <a:srgbClr val="dde8cb"/>
            </a:solidFill>
            <a:ln>
              <a:solidFill>
                <a:srgbClr val="00a933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" name="TextShape 8"/>
            <p:cNvSpPr txBox="1"/>
            <p:nvPr/>
          </p:nvSpPr>
          <p:spPr>
            <a:xfrm rot="16200000">
              <a:off x="990720" y="1776960"/>
              <a:ext cx="1303920" cy="43164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rIns="90000" tIns="45000" bIns="45000">
              <a:noAutofit/>
            </a:bodyPr>
            <a:p>
              <a:r>
                <a:rPr b="1" lang="en-US" sz="1200" spc="-1" strike="noStrike">
                  <a:latin typeface="Arial"/>
                </a:rPr>
                <a:t>Preprocessing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97" name="TextShape 9"/>
            <p:cNvSpPr txBox="1"/>
            <p:nvPr/>
          </p:nvSpPr>
          <p:spPr>
            <a:xfrm rot="16200000">
              <a:off x="301680" y="1603800"/>
              <a:ext cx="1183680" cy="77292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rIns="90000" tIns="45000" bIns="45000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latin typeface="Arial"/>
                </a:rPr>
                <a:t>Exteroceptive </a:t>
              </a:r>
              <a:endParaRPr b="0" lang="en-US" sz="12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latin typeface="Arial"/>
                </a:rPr>
                <a:t>and </a:t>
              </a:r>
              <a:endParaRPr b="0" lang="en-US" sz="12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latin typeface="Arial"/>
                </a:rPr>
                <a:t>proprioceptive </a:t>
              </a:r>
              <a:endParaRPr b="0" lang="en-US" sz="12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latin typeface="Arial"/>
                </a:rPr>
                <a:t>data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98" name="CustomShape 10"/>
            <p:cNvSpPr/>
            <p:nvPr/>
          </p:nvSpPr>
          <p:spPr>
            <a:xfrm>
              <a:off x="2293200" y="2011680"/>
              <a:ext cx="84240" cy="85680"/>
            </a:xfrm>
            <a:prstGeom prst="ellipse">
              <a:avLst/>
            </a:prstGeom>
            <a:solidFill>
              <a:srgbClr val="00aaad"/>
            </a:solidFill>
            <a:ln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</p:sp>
        <p:cxnSp>
          <p:nvCxnSpPr>
            <p:cNvPr id="99" name="Line 11"/>
            <p:cNvCxnSpPr>
              <a:stCxn id="95" idx="3"/>
              <a:endCxn id="98" idx="2"/>
            </p:cNvCxnSpPr>
            <p:nvPr/>
          </p:nvCxnSpPr>
          <p:spPr>
            <a:xfrm>
              <a:off x="1911960" y="2043360"/>
              <a:ext cx="381600" cy="1152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sp>
          <p:nvSpPr>
            <p:cNvPr id="100" name="CustomShape 12"/>
            <p:cNvSpPr/>
            <p:nvPr/>
          </p:nvSpPr>
          <p:spPr>
            <a:xfrm>
              <a:off x="2491920" y="1437480"/>
              <a:ext cx="83880" cy="85680"/>
            </a:xfrm>
            <a:prstGeom prst="ellipse">
              <a:avLst/>
            </a:prstGeom>
            <a:solidFill>
              <a:srgbClr val="00aaad"/>
            </a:solidFill>
            <a:ln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" name="CustomShape 13"/>
            <p:cNvSpPr/>
            <p:nvPr/>
          </p:nvSpPr>
          <p:spPr>
            <a:xfrm>
              <a:off x="2490840" y="2569680"/>
              <a:ext cx="83880" cy="86040"/>
            </a:xfrm>
            <a:prstGeom prst="ellipse">
              <a:avLst/>
            </a:prstGeom>
            <a:solidFill>
              <a:srgbClr val="00aaad"/>
            </a:solidFill>
            <a:ln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</p:sp>
        <p:cxnSp>
          <p:nvCxnSpPr>
            <p:cNvPr id="102" name="Line 14"/>
            <p:cNvCxnSpPr>
              <a:stCxn id="98" idx="6"/>
              <a:endCxn id="100" idx="4"/>
            </p:cNvCxnSpPr>
            <p:nvPr/>
          </p:nvCxnSpPr>
          <p:spPr>
            <a:xfrm flipV="1">
              <a:off x="2377440" y="1523160"/>
              <a:ext cx="156960" cy="53172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sp>
          <p:nvSpPr>
            <p:cNvPr id="103" name="CustomShape 15"/>
            <p:cNvSpPr/>
            <p:nvPr/>
          </p:nvSpPr>
          <p:spPr>
            <a:xfrm rot="16200000">
              <a:off x="3762000" y="18720"/>
              <a:ext cx="654480" cy="1896840"/>
            </a:xfrm>
            <a:prstGeom prst="rect">
              <a:avLst/>
            </a:prstGeom>
            <a:solidFill>
              <a:srgbClr val="dde8cb"/>
            </a:solidFill>
            <a:ln>
              <a:solidFill>
                <a:srgbClr val="00a933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" name="TextShape 16"/>
            <p:cNvSpPr txBox="1"/>
            <p:nvPr/>
          </p:nvSpPr>
          <p:spPr>
            <a:xfrm>
              <a:off x="3523680" y="770760"/>
              <a:ext cx="1132200" cy="43164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rIns="90000" tIns="45000" bIns="45000">
              <a:noAutofit/>
            </a:bodyPr>
            <a:p>
              <a:pPr algn="ctr"/>
              <a:r>
                <a:rPr b="1" lang="en-US" sz="1200" spc="-1" strike="noStrike">
                  <a:latin typeface="Arial"/>
                </a:rPr>
                <a:t>Clustering abstraction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05" name="TextShape 17"/>
            <p:cNvSpPr txBox="1"/>
            <p:nvPr/>
          </p:nvSpPr>
          <p:spPr>
            <a:xfrm>
              <a:off x="5253840" y="1461240"/>
              <a:ext cx="872640" cy="43164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rIns="90000" tIns="45000" bIns="45000">
              <a:noAutofit/>
            </a:bodyPr>
            <a:p>
              <a:r>
                <a:rPr b="1" lang="en-US" sz="1200" spc="-1" strike="noStrike">
                  <a:solidFill>
                    <a:srgbClr val="3465a4"/>
                  </a:solidFill>
                  <a:latin typeface="Arial"/>
                </a:rPr>
                <a:t>Offline </a:t>
              </a:r>
              <a:endParaRPr b="0" lang="en-US" sz="1200" spc="-1" strike="noStrike">
                <a:solidFill>
                  <a:srgbClr val="3465a4"/>
                </a:solidFill>
                <a:latin typeface="Arial"/>
              </a:endParaRPr>
            </a:p>
            <a:p>
              <a:r>
                <a:rPr b="1" lang="en-US" sz="1200" spc="-1" strike="noStrike">
                  <a:solidFill>
                    <a:srgbClr val="3465a4"/>
                  </a:solidFill>
                  <a:latin typeface="Arial"/>
                </a:rPr>
                <a:t>learning</a:t>
              </a:r>
              <a:endParaRPr b="0" lang="en-US" sz="1200" spc="-1" strike="noStrike">
                <a:solidFill>
                  <a:srgbClr val="3465a4"/>
                </a:solidFill>
                <a:latin typeface="Arial"/>
              </a:endParaRPr>
            </a:p>
          </p:txBody>
        </p:sp>
        <p:sp>
          <p:nvSpPr>
            <p:cNvPr id="106" name="CustomShape 18"/>
            <p:cNvSpPr/>
            <p:nvPr/>
          </p:nvSpPr>
          <p:spPr>
            <a:xfrm rot="16200000">
              <a:off x="3401640" y="1103040"/>
              <a:ext cx="1375200" cy="1896840"/>
            </a:xfrm>
            <a:prstGeom prst="rect">
              <a:avLst/>
            </a:prstGeom>
            <a:solidFill>
              <a:srgbClr val="dde8cb"/>
            </a:solidFill>
            <a:ln>
              <a:solidFill>
                <a:srgbClr val="00a933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CustomShape 19"/>
            <p:cNvSpPr/>
            <p:nvPr/>
          </p:nvSpPr>
          <p:spPr>
            <a:xfrm rot="16200000">
              <a:off x="3762000" y="2168640"/>
              <a:ext cx="654840" cy="1896840"/>
            </a:xfrm>
            <a:prstGeom prst="rect">
              <a:avLst/>
            </a:prstGeom>
            <a:solidFill>
              <a:srgbClr val="dde8cb"/>
            </a:solidFill>
            <a:ln>
              <a:solidFill>
                <a:srgbClr val="00a933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CustomShape 20"/>
            <p:cNvSpPr/>
            <p:nvPr/>
          </p:nvSpPr>
          <p:spPr>
            <a:xfrm rot="16200000">
              <a:off x="3127320" y="1634760"/>
              <a:ext cx="1020960" cy="815400"/>
            </a:xfrm>
            <a:prstGeom prst="rect">
              <a:avLst/>
            </a:prstGeom>
            <a:solidFill>
              <a:srgbClr val="b3cac7"/>
            </a:solidFill>
            <a:ln>
              <a:solidFill>
                <a:srgbClr val="00a933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CustomShape 21"/>
            <p:cNvSpPr/>
            <p:nvPr/>
          </p:nvSpPr>
          <p:spPr>
            <a:xfrm rot="16200000">
              <a:off x="4030560" y="1643400"/>
              <a:ext cx="1027080" cy="804960"/>
            </a:xfrm>
            <a:prstGeom prst="rect">
              <a:avLst/>
            </a:prstGeom>
            <a:solidFill>
              <a:srgbClr val="b3cac7"/>
            </a:solidFill>
            <a:ln>
              <a:solidFill>
                <a:srgbClr val="00a933"/>
              </a:solidFill>
            </a:ln>
          </p:spPr>
          <p:style>
            <a:lnRef idx="0"/>
            <a:fillRef idx="0"/>
            <a:effectRef idx="0"/>
            <a:fontRef idx="minor"/>
          </p:style>
        </p:sp>
        <p:cxnSp>
          <p:nvCxnSpPr>
            <p:cNvPr id="110" name="Line 22"/>
            <p:cNvCxnSpPr>
              <a:stCxn id="100" idx="0"/>
              <a:endCxn id="103" idx="0"/>
            </p:cNvCxnSpPr>
            <p:nvPr/>
          </p:nvCxnSpPr>
          <p:spPr>
            <a:xfrm flipV="1">
              <a:off x="2534040" y="967320"/>
              <a:ext cx="607320" cy="470520"/>
            </a:xfrm>
            <a:prstGeom prst="bentConnector3">
              <a:avLst/>
            </a:prstGeom>
            <a:ln>
              <a:solidFill>
                <a:srgbClr val="3465a4"/>
              </a:solidFill>
              <a:tailEnd len="med" type="triangle" w="med"/>
            </a:ln>
          </p:spPr>
        </p:cxnSp>
        <p:cxnSp>
          <p:nvCxnSpPr>
            <p:cNvPr id="111" name="Line 23"/>
            <p:cNvCxnSpPr>
              <a:stCxn id="101" idx="4"/>
              <a:endCxn id="107" idx="0"/>
            </p:cNvCxnSpPr>
            <p:nvPr/>
          </p:nvCxnSpPr>
          <p:spPr>
            <a:xfrm>
              <a:off x="2532960" y="2655720"/>
              <a:ext cx="608400" cy="461880"/>
            </a:xfrm>
            <a:prstGeom prst="bentConnector3">
              <a:avLst/>
            </a:prstGeom>
            <a:ln>
              <a:solidFill>
                <a:srgbClr val="3465a4"/>
              </a:solidFill>
              <a:tailEnd len="med" type="triangle" w="med"/>
            </a:ln>
          </p:spPr>
        </p:cxnSp>
        <p:sp>
          <p:nvSpPr>
            <p:cNvPr id="112" name="TextShape 24"/>
            <p:cNvSpPr txBox="1"/>
            <p:nvPr/>
          </p:nvSpPr>
          <p:spPr>
            <a:xfrm>
              <a:off x="3523680" y="2913840"/>
              <a:ext cx="1132560" cy="43164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rIns="90000" tIns="45000" bIns="45000">
              <a:noAutofit/>
            </a:bodyPr>
            <a:p>
              <a:pPr algn="ctr"/>
              <a:r>
                <a:rPr b="1" lang="en-US" sz="1200" spc="-1" strike="noStrike">
                  <a:latin typeface="Arial"/>
                </a:rPr>
                <a:t>Abnormality</a:t>
              </a:r>
              <a:endParaRPr b="0" lang="en-US" sz="1200" spc="-1" strike="noStrike">
                <a:latin typeface="Arial"/>
              </a:endParaRPr>
            </a:p>
            <a:p>
              <a:pPr algn="ctr"/>
              <a:r>
                <a:rPr b="1" lang="en-US" sz="1200" spc="-1" strike="noStrike">
                  <a:latin typeface="Arial"/>
                </a:rPr>
                <a:t>detection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13" name="CustomShape 25"/>
            <p:cNvSpPr/>
            <p:nvPr/>
          </p:nvSpPr>
          <p:spPr>
            <a:xfrm>
              <a:off x="5094720" y="776880"/>
              <a:ext cx="207000" cy="1795320"/>
            </a:xfrm>
            <a:custGeom>
              <a:avLst/>
              <a:gdLst/>
              <a:ahLst/>
              <a:rect l="0" t="0" r="r" b="b"/>
              <a:pathLst>
                <a:path w="577" h="4989">
                  <a:moveTo>
                    <a:pt x="0" y="0"/>
                  </a:moveTo>
                  <a:cubicBezTo>
                    <a:pt x="144" y="0"/>
                    <a:pt x="288" y="207"/>
                    <a:pt x="288" y="415"/>
                  </a:cubicBezTo>
                  <a:lnTo>
                    <a:pt x="288" y="2078"/>
                  </a:lnTo>
                  <a:cubicBezTo>
                    <a:pt x="288" y="2286"/>
                    <a:pt x="432" y="2494"/>
                    <a:pt x="576" y="2494"/>
                  </a:cubicBezTo>
                  <a:cubicBezTo>
                    <a:pt x="432" y="2494"/>
                    <a:pt x="288" y="2701"/>
                    <a:pt x="288" y="2909"/>
                  </a:cubicBezTo>
                  <a:lnTo>
                    <a:pt x="288" y="4572"/>
                  </a:lnTo>
                  <a:cubicBezTo>
                    <a:pt x="288" y="4780"/>
                    <a:pt x="144" y="4988"/>
                    <a:pt x="0" y="4988"/>
                  </a:cubicBezTo>
                </a:path>
              </a:pathLst>
            </a:custGeom>
            <a:noFill/>
            <a:ln w="3600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" name="TextShape 26"/>
            <p:cNvSpPr txBox="1"/>
            <p:nvPr/>
          </p:nvSpPr>
          <p:spPr>
            <a:xfrm rot="16200000">
              <a:off x="3096000" y="1839240"/>
              <a:ext cx="1262520" cy="43164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rIns="90000" tIns="45000" bIns="45000">
              <a:noAutofit/>
            </a:bodyPr>
            <a:p>
              <a:pPr algn="ctr"/>
              <a:r>
                <a:rPr b="0" lang="en-US" sz="1200" spc="-1" strike="noStrike">
                  <a:latin typeface="Arial"/>
                </a:rPr>
                <a:t>Proprioceptive DBN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15" name="TextShape 27"/>
            <p:cNvSpPr txBox="1"/>
            <p:nvPr/>
          </p:nvSpPr>
          <p:spPr>
            <a:xfrm rot="16200000">
              <a:off x="3944160" y="1839240"/>
              <a:ext cx="1262520" cy="43164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rIns="90000" tIns="45000" bIns="45000">
              <a:noAutofit/>
            </a:bodyPr>
            <a:p>
              <a:pPr algn="ctr"/>
              <a:r>
                <a:rPr b="0" lang="en-US" sz="1200" spc="-1" strike="noStrike">
                  <a:latin typeface="Arial"/>
                </a:rPr>
                <a:t>Exteroceptive DBN</a:t>
              </a:r>
              <a:endParaRPr b="0" lang="en-US" sz="1200" spc="-1" strike="noStrike">
                <a:latin typeface="Arial"/>
              </a:endParaRPr>
            </a:p>
          </p:txBody>
        </p:sp>
        <p:cxnSp>
          <p:nvCxnSpPr>
            <p:cNvPr id="116" name="Line 28"/>
            <p:cNvCxnSpPr/>
            <p:nvPr/>
          </p:nvCxnSpPr>
          <p:spPr>
            <a:xfrm>
              <a:off x="3615840" y="1123920"/>
              <a:ext cx="7200" cy="36072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117" name="Line 29"/>
            <p:cNvCxnSpPr/>
            <p:nvPr/>
          </p:nvCxnSpPr>
          <p:spPr>
            <a:xfrm>
              <a:off x="4502880" y="1121760"/>
              <a:ext cx="6840" cy="36072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118" name="Line 30"/>
            <p:cNvCxnSpPr/>
            <p:nvPr/>
          </p:nvCxnSpPr>
          <p:spPr>
            <a:xfrm>
              <a:off x="3682800" y="2564640"/>
              <a:ext cx="6840" cy="36108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119" name="Line 31"/>
            <p:cNvCxnSpPr/>
            <p:nvPr/>
          </p:nvCxnSpPr>
          <p:spPr>
            <a:xfrm>
              <a:off x="4569840" y="2562840"/>
              <a:ext cx="6840" cy="36072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120" name="Line 32"/>
            <p:cNvCxnSpPr/>
            <p:nvPr/>
          </p:nvCxnSpPr>
          <p:spPr>
            <a:xfrm flipH="1" flipV="1">
              <a:off x="2364840" y="2161800"/>
              <a:ext cx="712080" cy="1206360"/>
            </a:xfrm>
            <a:prstGeom prst="bentConnector3">
              <a:avLst/>
            </a:prstGeom>
            <a:ln w="18360">
              <a:solidFill>
                <a:srgbClr val="3465a4"/>
              </a:solidFill>
              <a:custDash>
                <a:ds d="600000" sp="300000"/>
              </a:custDash>
              <a:round/>
            </a:ln>
          </p:spPr>
        </p:cxnSp>
        <p:sp>
          <p:nvSpPr>
            <p:cNvPr id="121" name="TextShape 33"/>
            <p:cNvSpPr txBox="1"/>
            <p:nvPr/>
          </p:nvSpPr>
          <p:spPr>
            <a:xfrm>
              <a:off x="1825920" y="2161800"/>
              <a:ext cx="1101240" cy="34308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rIns="90000" tIns="45000" bIns="45000">
              <a:noAutofit/>
            </a:bodyPr>
            <a:p>
              <a:pPr algn="ctr"/>
              <a:r>
                <a:rPr b="1" lang="en-US" sz="1000" spc="-1" strike="noStrike">
                  <a:solidFill>
                    <a:srgbClr val="c9211e"/>
                  </a:solidFill>
                  <a:latin typeface="Calibri"/>
                </a:rPr>
                <a:t>Create/update</a:t>
              </a:r>
              <a:br/>
              <a:r>
                <a:rPr b="1" lang="en-US" sz="1000" spc="-1" strike="noStrike">
                  <a:solidFill>
                    <a:srgbClr val="c9211e"/>
                  </a:solidFill>
                  <a:latin typeface="Calibri"/>
                </a:rPr>
                <a:t>models</a:t>
              </a:r>
              <a:endParaRPr b="1" lang="en-US" sz="1000" spc="-1" strike="noStrike">
                <a:solidFill>
                  <a:srgbClr val="c9211e"/>
                </a:solidFill>
                <a:latin typeface="Arial"/>
              </a:endParaRPr>
            </a:p>
          </p:txBody>
        </p:sp>
        <p:sp>
          <p:nvSpPr>
            <p:cNvPr id="122" name="CustomShape 34"/>
            <p:cNvSpPr/>
            <p:nvPr/>
          </p:nvSpPr>
          <p:spPr>
            <a:xfrm rot="5400000">
              <a:off x="4314600" y="2360160"/>
              <a:ext cx="207000" cy="2618280"/>
            </a:xfrm>
            <a:custGeom>
              <a:avLst/>
              <a:gdLst/>
              <a:ahLst/>
              <a:rect l="0" t="0" r="r" b="b"/>
              <a:pathLst>
                <a:path w="577" h="7275">
                  <a:moveTo>
                    <a:pt x="0" y="0"/>
                  </a:moveTo>
                  <a:cubicBezTo>
                    <a:pt x="144" y="0"/>
                    <a:pt x="288" y="303"/>
                    <a:pt x="288" y="606"/>
                  </a:cubicBezTo>
                  <a:lnTo>
                    <a:pt x="288" y="3030"/>
                  </a:lnTo>
                  <a:cubicBezTo>
                    <a:pt x="288" y="3333"/>
                    <a:pt x="432" y="3637"/>
                    <a:pt x="576" y="3637"/>
                  </a:cubicBezTo>
                  <a:cubicBezTo>
                    <a:pt x="432" y="3637"/>
                    <a:pt x="288" y="3940"/>
                    <a:pt x="288" y="4243"/>
                  </a:cubicBezTo>
                  <a:lnTo>
                    <a:pt x="288" y="6667"/>
                  </a:lnTo>
                  <a:cubicBezTo>
                    <a:pt x="288" y="6970"/>
                    <a:pt x="144" y="7274"/>
                    <a:pt x="0" y="7274"/>
                  </a:cubicBezTo>
                </a:path>
              </a:pathLst>
            </a:custGeom>
            <a:noFill/>
            <a:ln w="36000">
              <a:solidFill>
                <a:srgbClr val="bf004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3" name="Group 35"/>
          <p:cNvGrpSpPr/>
          <p:nvPr/>
        </p:nvGrpSpPr>
        <p:grpSpPr>
          <a:xfrm>
            <a:off x="5009760" y="4660560"/>
            <a:ext cx="1573920" cy="1504800"/>
            <a:chOff x="5009760" y="4660560"/>
            <a:chExt cx="1573920" cy="1504800"/>
          </a:xfrm>
        </p:grpSpPr>
        <p:sp>
          <p:nvSpPr>
            <p:cNvPr id="124" name="CustomShape 36"/>
            <p:cNvSpPr/>
            <p:nvPr/>
          </p:nvSpPr>
          <p:spPr>
            <a:xfrm>
              <a:off x="5009760" y="4660560"/>
              <a:ext cx="1573920" cy="1504800"/>
            </a:xfrm>
            <a:prstGeom prst="frame">
              <a:avLst>
                <a:gd name="adj1" fmla="val 34083"/>
              </a:avLst>
            </a:prstGeom>
            <a:solidFill>
              <a:srgbClr val="fffcdf"/>
            </a:solidFill>
            <a:ln w="18360">
              <a:solidFill>
                <a:srgbClr val="ed1c2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" name="CustomShape 37"/>
            <p:cNvSpPr/>
            <p:nvPr/>
          </p:nvSpPr>
          <p:spPr>
            <a:xfrm rot="16200000">
              <a:off x="5499720" y="5019120"/>
              <a:ext cx="33840" cy="33840"/>
            </a:xfrm>
            <a:custGeom>
              <a:avLst/>
              <a:gdLst/>
              <a:ahLst/>
              <a:rect l="0" t="0" r="r" b="b"/>
              <a:pathLst>
                <a:path w="96" h="96">
                  <a:moveTo>
                    <a:pt x="47" y="0"/>
                  </a:moveTo>
                  <a:lnTo>
                    <a:pt x="95" y="95"/>
                  </a:lnTo>
                  <a:lnTo>
                    <a:pt x="0" y="95"/>
                  </a:lnTo>
                  <a:lnTo>
                    <a:pt x="47" y="0"/>
                  </a:lnTo>
                </a:path>
              </a:pathLst>
            </a:custGeom>
            <a:solidFill>
              <a:srgbClr val="00a65d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" name="CustomShape 38"/>
            <p:cNvSpPr/>
            <p:nvPr/>
          </p:nvSpPr>
          <p:spPr>
            <a:xfrm rot="10800000">
              <a:off x="5058360" y="5480640"/>
              <a:ext cx="33480" cy="33840"/>
            </a:xfrm>
            <a:custGeom>
              <a:avLst/>
              <a:gdLst/>
              <a:ahLst/>
              <a:rect l="0" t="0" r="r" b="b"/>
              <a:pathLst>
                <a:path w="95" h="96">
                  <a:moveTo>
                    <a:pt x="47" y="0"/>
                  </a:moveTo>
                  <a:lnTo>
                    <a:pt x="94" y="95"/>
                  </a:lnTo>
                  <a:lnTo>
                    <a:pt x="0" y="95"/>
                  </a:lnTo>
                  <a:lnTo>
                    <a:pt x="47" y="0"/>
                  </a:lnTo>
                </a:path>
              </a:pathLst>
            </a:custGeom>
            <a:solidFill>
              <a:srgbClr val="00a65d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CustomShape 39"/>
            <p:cNvSpPr/>
            <p:nvPr/>
          </p:nvSpPr>
          <p:spPr>
            <a:xfrm rot="16200000">
              <a:off x="5499360" y="4768200"/>
              <a:ext cx="34200" cy="33840"/>
            </a:xfrm>
            <a:custGeom>
              <a:avLst/>
              <a:gdLst/>
              <a:ahLst/>
              <a:rect l="0" t="0" r="r" b="b"/>
              <a:pathLst>
                <a:path w="97" h="96">
                  <a:moveTo>
                    <a:pt x="48" y="0"/>
                  </a:moveTo>
                  <a:lnTo>
                    <a:pt x="96" y="95"/>
                  </a:lnTo>
                  <a:lnTo>
                    <a:pt x="0" y="95"/>
                  </a:lnTo>
                  <a:lnTo>
                    <a:pt x="48" y="0"/>
                  </a:lnTo>
                </a:path>
              </a:pathLst>
            </a:custGeom>
            <a:solidFill>
              <a:srgbClr val="0066b3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CustomShape 40"/>
            <p:cNvSpPr/>
            <p:nvPr/>
          </p:nvSpPr>
          <p:spPr>
            <a:xfrm rot="10800000">
              <a:off x="5379480" y="5480640"/>
              <a:ext cx="33840" cy="33840"/>
            </a:xfrm>
            <a:custGeom>
              <a:avLst/>
              <a:gdLst/>
              <a:ahLst/>
              <a:rect l="0" t="0" r="r" b="b"/>
              <a:pathLst>
                <a:path w="96" h="96">
                  <a:moveTo>
                    <a:pt x="47" y="0"/>
                  </a:moveTo>
                  <a:lnTo>
                    <a:pt x="95" y="95"/>
                  </a:lnTo>
                  <a:lnTo>
                    <a:pt x="0" y="95"/>
                  </a:lnTo>
                  <a:lnTo>
                    <a:pt x="47" y="0"/>
                  </a:lnTo>
                </a:path>
              </a:pathLst>
            </a:custGeom>
            <a:solidFill>
              <a:srgbClr val="0066b3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" name="CustomShape 41"/>
            <p:cNvSpPr/>
            <p:nvPr/>
          </p:nvSpPr>
          <p:spPr>
            <a:xfrm>
              <a:off x="5010480" y="5260680"/>
              <a:ext cx="124200" cy="304920"/>
            </a:xfrm>
            <a:prstGeom prst="rect">
              <a:avLst/>
            </a:prstGeom>
            <a:pattFill prst="wdUpDiag">
              <a:fgClr>
                <a:srgbClr val="ed1c24"/>
              </a:fgClr>
              <a:bgClr>
                <a:srgbClr val="ffffff"/>
              </a:bgClr>
            </a:pattFill>
            <a:ln w="183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0" name="Freeform 42"/>
            <p:cNvSpPr/>
            <p:nvPr/>
          </p:nvSpPr>
          <p:spPr>
            <a:xfrm>
              <a:off x="5313240" y="5037480"/>
              <a:ext cx="882720" cy="739440"/>
            </a:xfrm>
            <a:custGeom>
              <a:avLst/>
              <a:gdLst/>
              <a:ahLst/>
              <a:rect l="0" t="0" r="r" b="b"/>
              <a:pathLst>
                <a:path w="2452" h="2054">
                  <a:moveTo>
                    <a:pt x="210" y="2053"/>
                  </a:moveTo>
                  <a:lnTo>
                    <a:pt x="195" y="1528"/>
                  </a:lnTo>
                  <a:lnTo>
                    <a:pt x="11" y="1528"/>
                  </a:lnTo>
                  <a:lnTo>
                    <a:pt x="0" y="555"/>
                  </a:lnTo>
                  <a:lnTo>
                    <a:pt x="206" y="555"/>
                  </a:lnTo>
                  <a:lnTo>
                    <a:pt x="210" y="0"/>
                  </a:lnTo>
                  <a:lnTo>
                    <a:pt x="2451" y="0"/>
                  </a:lnTo>
                  <a:lnTo>
                    <a:pt x="2451" y="2053"/>
                  </a:lnTo>
                  <a:lnTo>
                    <a:pt x="210" y="2053"/>
                  </a:lnTo>
                  <a:close/>
                </a:path>
              </a:pathLst>
            </a:custGeom>
            <a:noFill/>
            <a:ln w="18360">
              <a:solidFill>
                <a:srgbClr val="00a65d"/>
              </a:solidFill>
              <a:custDash>
                <a:ds d="197000" sp="197000"/>
              </a:custDash>
              <a:round/>
            </a:ln>
          </p:spPr>
        </p:sp>
        <p:sp>
          <p:nvSpPr>
            <p:cNvPr id="131" name="Freeform 43"/>
            <p:cNvSpPr/>
            <p:nvPr/>
          </p:nvSpPr>
          <p:spPr>
            <a:xfrm>
              <a:off x="5126040" y="4787280"/>
              <a:ext cx="1323720" cy="1244520"/>
            </a:xfrm>
            <a:custGeom>
              <a:avLst/>
              <a:gdLst/>
              <a:ahLst/>
              <a:rect l="0" t="0" r="r" b="b"/>
              <a:pathLst>
                <a:path w="3677" h="3457">
                  <a:moveTo>
                    <a:pt x="20" y="3456"/>
                  </a:moveTo>
                  <a:lnTo>
                    <a:pt x="0" y="2205"/>
                  </a:lnTo>
                  <a:lnTo>
                    <a:pt x="175" y="2200"/>
                  </a:lnTo>
                  <a:lnTo>
                    <a:pt x="195" y="1234"/>
                  </a:lnTo>
                  <a:lnTo>
                    <a:pt x="25" y="1230"/>
                  </a:lnTo>
                  <a:lnTo>
                    <a:pt x="20" y="0"/>
                  </a:lnTo>
                  <a:lnTo>
                    <a:pt x="3676" y="0"/>
                  </a:lnTo>
                  <a:lnTo>
                    <a:pt x="3676" y="3456"/>
                  </a:lnTo>
                  <a:lnTo>
                    <a:pt x="20" y="3456"/>
                  </a:lnTo>
                  <a:close/>
                </a:path>
              </a:pathLst>
            </a:custGeom>
            <a:noFill/>
            <a:ln w="18360">
              <a:solidFill>
                <a:srgbClr val="3465a4"/>
              </a:solidFill>
              <a:custDash>
                <a:ds d="197000" sp="197000"/>
              </a:custDash>
              <a:round/>
            </a:ln>
          </p:spPr>
        </p:sp>
        <p:sp>
          <p:nvSpPr>
            <p:cNvPr id="132" name="CustomShape 44"/>
            <p:cNvSpPr/>
            <p:nvPr/>
          </p:nvSpPr>
          <p:spPr>
            <a:xfrm>
              <a:off x="5389200" y="5260680"/>
              <a:ext cx="133200" cy="304920"/>
            </a:xfrm>
            <a:prstGeom prst="rect">
              <a:avLst/>
            </a:prstGeom>
            <a:pattFill prst="wdUpDiag">
              <a:fgClr>
                <a:srgbClr val="ed1c24"/>
              </a:fgClr>
              <a:bgClr>
                <a:srgbClr val="ffffff"/>
              </a:bgClr>
            </a:pattFill>
            <a:ln w="183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33" name="Group 45"/>
            <p:cNvGrpSpPr/>
            <p:nvPr/>
          </p:nvGrpSpPr>
          <p:grpSpPr>
            <a:xfrm>
              <a:off x="5154120" y="5367240"/>
              <a:ext cx="80280" cy="81000"/>
              <a:chOff x="5154120" y="5367240"/>
              <a:chExt cx="80280" cy="81000"/>
            </a:xfrm>
          </p:grpSpPr>
          <p:grpSp>
            <p:nvGrpSpPr>
              <p:cNvPr id="134" name="Group 46"/>
              <p:cNvGrpSpPr/>
              <p:nvPr/>
            </p:nvGrpSpPr>
            <p:grpSpPr>
              <a:xfrm>
                <a:off x="5154120" y="5367240"/>
                <a:ext cx="80280" cy="81000"/>
                <a:chOff x="5154120" y="5367240"/>
                <a:chExt cx="80280" cy="81000"/>
              </a:xfrm>
            </p:grpSpPr>
            <p:sp>
              <p:nvSpPr>
                <p:cNvPr id="135" name="Freeform 47"/>
                <p:cNvSpPr/>
                <p:nvPr/>
              </p:nvSpPr>
              <p:spPr>
                <a:xfrm>
                  <a:off x="5171400" y="5382720"/>
                  <a:ext cx="47520" cy="46440"/>
                </a:xfrm>
                <a:custGeom>
                  <a:avLst/>
                  <a:gdLst/>
                  <a:ahLst/>
                  <a:rect l="0" t="0" r="r" b="b"/>
                  <a:pathLst>
                    <a:path w="132" h="129">
                      <a:moveTo>
                        <a:pt x="0" y="21"/>
                      </a:moveTo>
                      <a:lnTo>
                        <a:pt x="20" y="2"/>
                      </a:lnTo>
                      <a:lnTo>
                        <a:pt x="64" y="48"/>
                      </a:lnTo>
                      <a:lnTo>
                        <a:pt x="112" y="0"/>
                      </a:lnTo>
                      <a:lnTo>
                        <a:pt x="131" y="19"/>
                      </a:lnTo>
                      <a:lnTo>
                        <a:pt x="83" y="67"/>
                      </a:lnTo>
                      <a:lnTo>
                        <a:pt x="125" y="108"/>
                      </a:lnTo>
                      <a:lnTo>
                        <a:pt x="106" y="128"/>
                      </a:lnTo>
                      <a:lnTo>
                        <a:pt x="64" y="85"/>
                      </a:lnTo>
                      <a:lnTo>
                        <a:pt x="25" y="125"/>
                      </a:lnTo>
                      <a:lnTo>
                        <a:pt x="6" y="107"/>
                      </a:lnTo>
                      <a:lnTo>
                        <a:pt x="45" y="67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</p:sp>
            <p:sp>
              <p:nvSpPr>
                <p:cNvPr id="136" name="CustomShape 48"/>
                <p:cNvSpPr/>
                <p:nvPr/>
              </p:nvSpPr>
              <p:spPr>
                <a:xfrm>
                  <a:off x="5154120" y="5367240"/>
                  <a:ext cx="35640" cy="35280"/>
                </a:xfrm>
                <a:prstGeom prst="ellipse">
                  <a:avLst/>
                </a:pr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37" name="CustomShape 49"/>
                <p:cNvSpPr/>
                <p:nvPr/>
              </p:nvSpPr>
              <p:spPr>
                <a:xfrm>
                  <a:off x="5198040" y="5367240"/>
                  <a:ext cx="36360" cy="35280"/>
                </a:xfrm>
                <a:prstGeom prst="ellipse">
                  <a:avLst/>
                </a:pr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38" name="CustomShape 50"/>
                <p:cNvSpPr/>
                <p:nvPr/>
              </p:nvSpPr>
              <p:spPr>
                <a:xfrm>
                  <a:off x="5198040" y="5412600"/>
                  <a:ext cx="36360" cy="35640"/>
                </a:xfrm>
                <a:prstGeom prst="ellipse">
                  <a:avLst/>
                </a:pr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39" name="CustomShape 51"/>
                <p:cNvSpPr/>
                <p:nvPr/>
              </p:nvSpPr>
              <p:spPr>
                <a:xfrm>
                  <a:off x="5154120" y="5412600"/>
                  <a:ext cx="35640" cy="35640"/>
                </a:xfrm>
                <a:prstGeom prst="ellipse">
                  <a:avLst/>
                </a:pr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grpSp>
          <p:nvGrpSpPr>
            <p:cNvPr id="140" name="Group 52"/>
            <p:cNvGrpSpPr/>
            <p:nvPr/>
          </p:nvGrpSpPr>
          <p:grpSpPr>
            <a:xfrm>
              <a:off x="5277600" y="5367240"/>
              <a:ext cx="79200" cy="81000"/>
              <a:chOff x="5277600" y="5367240"/>
              <a:chExt cx="79200" cy="81000"/>
            </a:xfrm>
          </p:grpSpPr>
          <p:grpSp>
            <p:nvGrpSpPr>
              <p:cNvPr id="141" name="Group 53"/>
              <p:cNvGrpSpPr/>
              <p:nvPr/>
            </p:nvGrpSpPr>
            <p:grpSpPr>
              <a:xfrm>
                <a:off x="5277600" y="5367240"/>
                <a:ext cx="79200" cy="81000"/>
                <a:chOff x="5277600" y="5367240"/>
                <a:chExt cx="79200" cy="81000"/>
              </a:xfrm>
            </p:grpSpPr>
            <p:sp>
              <p:nvSpPr>
                <p:cNvPr id="142" name="Freeform 54"/>
                <p:cNvSpPr/>
                <p:nvPr/>
              </p:nvSpPr>
              <p:spPr>
                <a:xfrm>
                  <a:off x="5294520" y="5382720"/>
                  <a:ext cx="47160" cy="46440"/>
                </a:xfrm>
                <a:custGeom>
                  <a:avLst/>
                  <a:gdLst/>
                  <a:ahLst/>
                  <a:rect l="0" t="0" r="r" b="b"/>
                  <a:pathLst>
                    <a:path w="131" h="129">
                      <a:moveTo>
                        <a:pt x="0" y="21"/>
                      </a:moveTo>
                      <a:lnTo>
                        <a:pt x="19" y="2"/>
                      </a:lnTo>
                      <a:lnTo>
                        <a:pt x="64" y="48"/>
                      </a:lnTo>
                      <a:lnTo>
                        <a:pt x="111" y="0"/>
                      </a:lnTo>
                      <a:lnTo>
                        <a:pt x="130" y="19"/>
                      </a:lnTo>
                      <a:lnTo>
                        <a:pt x="83" y="67"/>
                      </a:lnTo>
                      <a:lnTo>
                        <a:pt x="124" y="108"/>
                      </a:lnTo>
                      <a:lnTo>
                        <a:pt x="106" y="128"/>
                      </a:lnTo>
                      <a:lnTo>
                        <a:pt x="64" y="85"/>
                      </a:lnTo>
                      <a:lnTo>
                        <a:pt x="24" y="125"/>
                      </a:lnTo>
                      <a:lnTo>
                        <a:pt x="5" y="107"/>
                      </a:lnTo>
                      <a:lnTo>
                        <a:pt x="44" y="67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28a127"/>
                </a:solidFill>
                <a:ln w="9000">
                  <a:solidFill>
                    <a:srgbClr val="2b511a"/>
                  </a:solidFill>
                  <a:round/>
                </a:ln>
              </p:spPr>
            </p:sp>
            <p:sp>
              <p:nvSpPr>
                <p:cNvPr id="143" name="CustomShape 55"/>
                <p:cNvSpPr/>
                <p:nvPr/>
              </p:nvSpPr>
              <p:spPr>
                <a:xfrm>
                  <a:off x="5277600" y="5367240"/>
                  <a:ext cx="35280" cy="35280"/>
                </a:xfrm>
                <a:prstGeom prst="ellipse">
                  <a:avLst/>
                </a:prstGeom>
                <a:solidFill>
                  <a:srgbClr val="28a127"/>
                </a:solidFill>
                <a:ln w="9000">
                  <a:solidFill>
                    <a:srgbClr val="395511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44" name="CustomShape 56"/>
                <p:cNvSpPr/>
                <p:nvPr/>
              </p:nvSpPr>
              <p:spPr>
                <a:xfrm>
                  <a:off x="5321160" y="5367240"/>
                  <a:ext cx="35640" cy="35280"/>
                </a:xfrm>
                <a:prstGeom prst="ellipse">
                  <a:avLst/>
                </a:prstGeom>
                <a:solidFill>
                  <a:srgbClr val="28a127"/>
                </a:solidFill>
                <a:ln w="9000">
                  <a:solidFill>
                    <a:srgbClr val="395511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45" name="CustomShape 57"/>
                <p:cNvSpPr/>
                <p:nvPr/>
              </p:nvSpPr>
              <p:spPr>
                <a:xfrm>
                  <a:off x="5321160" y="5412600"/>
                  <a:ext cx="35640" cy="35640"/>
                </a:xfrm>
                <a:prstGeom prst="ellipse">
                  <a:avLst/>
                </a:prstGeom>
                <a:solidFill>
                  <a:srgbClr val="28a127"/>
                </a:solidFill>
                <a:ln w="9000">
                  <a:solidFill>
                    <a:srgbClr val="395511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46" name="CustomShape 58"/>
                <p:cNvSpPr/>
                <p:nvPr/>
              </p:nvSpPr>
              <p:spPr>
                <a:xfrm>
                  <a:off x="5277600" y="5412600"/>
                  <a:ext cx="35280" cy="35640"/>
                </a:xfrm>
                <a:prstGeom prst="ellipse">
                  <a:avLst/>
                </a:prstGeom>
                <a:solidFill>
                  <a:srgbClr val="28a127"/>
                </a:solidFill>
                <a:ln w="9000">
                  <a:solidFill>
                    <a:srgbClr val="395511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sp>
          <p:nvSpPr>
            <p:cNvPr id="147" name="CustomShape 59"/>
            <p:cNvSpPr/>
            <p:nvPr/>
          </p:nvSpPr>
          <p:spPr>
            <a:xfrm>
              <a:off x="6177600" y="5148720"/>
              <a:ext cx="33840" cy="33840"/>
            </a:xfrm>
            <a:custGeom>
              <a:avLst/>
              <a:gdLst/>
              <a:ahLst/>
              <a:rect l="0" t="0" r="r" b="b"/>
              <a:pathLst>
                <a:path w="96" h="96">
                  <a:moveTo>
                    <a:pt x="47" y="0"/>
                  </a:moveTo>
                  <a:lnTo>
                    <a:pt x="95" y="95"/>
                  </a:lnTo>
                  <a:lnTo>
                    <a:pt x="0" y="95"/>
                  </a:lnTo>
                  <a:lnTo>
                    <a:pt x="47" y="0"/>
                  </a:lnTo>
                </a:path>
              </a:pathLst>
            </a:custGeom>
            <a:solidFill>
              <a:srgbClr val="00a65d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8" name="CustomShape 60"/>
            <p:cNvSpPr/>
            <p:nvPr/>
          </p:nvSpPr>
          <p:spPr>
            <a:xfrm>
              <a:off x="6432840" y="5148720"/>
              <a:ext cx="33480" cy="33840"/>
            </a:xfrm>
            <a:custGeom>
              <a:avLst/>
              <a:gdLst/>
              <a:ahLst/>
              <a:rect l="0" t="0" r="r" b="b"/>
              <a:pathLst>
                <a:path w="95" h="96">
                  <a:moveTo>
                    <a:pt x="47" y="0"/>
                  </a:moveTo>
                  <a:lnTo>
                    <a:pt x="94" y="95"/>
                  </a:lnTo>
                  <a:lnTo>
                    <a:pt x="0" y="95"/>
                  </a:lnTo>
                  <a:lnTo>
                    <a:pt x="47" y="0"/>
                  </a:lnTo>
                </a:path>
              </a:pathLst>
            </a:custGeom>
            <a:solidFill>
              <a:srgbClr val="0066b3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9" name="CustomShape 61"/>
            <p:cNvSpPr/>
            <p:nvPr/>
          </p:nvSpPr>
          <p:spPr>
            <a:xfrm rot="10800000">
              <a:off x="5368320" y="5632920"/>
              <a:ext cx="33480" cy="33840"/>
            </a:xfrm>
            <a:custGeom>
              <a:avLst/>
              <a:gdLst/>
              <a:ahLst/>
              <a:rect l="0" t="0" r="r" b="b"/>
              <a:pathLst>
                <a:path w="95" h="96">
                  <a:moveTo>
                    <a:pt x="47" y="0"/>
                  </a:moveTo>
                  <a:lnTo>
                    <a:pt x="94" y="95"/>
                  </a:lnTo>
                  <a:lnTo>
                    <a:pt x="0" y="95"/>
                  </a:lnTo>
                  <a:lnTo>
                    <a:pt x="47" y="0"/>
                  </a:lnTo>
                </a:path>
              </a:pathLst>
            </a:custGeom>
            <a:solidFill>
              <a:srgbClr val="00a65d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0" name="CustomShape 62"/>
            <p:cNvSpPr/>
            <p:nvPr/>
          </p:nvSpPr>
          <p:spPr>
            <a:xfrm rot="10800000">
              <a:off x="5110920" y="5632920"/>
              <a:ext cx="33840" cy="33840"/>
            </a:xfrm>
            <a:custGeom>
              <a:avLst/>
              <a:gdLst/>
              <a:ahLst/>
              <a:rect l="0" t="0" r="r" b="b"/>
              <a:pathLst>
                <a:path w="96" h="96">
                  <a:moveTo>
                    <a:pt x="47" y="0"/>
                  </a:moveTo>
                  <a:lnTo>
                    <a:pt x="95" y="95"/>
                  </a:lnTo>
                  <a:lnTo>
                    <a:pt x="0" y="95"/>
                  </a:lnTo>
                  <a:lnTo>
                    <a:pt x="47" y="0"/>
                  </a:lnTo>
                </a:path>
              </a:pathLst>
            </a:custGeom>
            <a:solidFill>
              <a:srgbClr val="0066b3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1" name="CustomShape 63"/>
            <p:cNvSpPr/>
            <p:nvPr/>
          </p:nvSpPr>
          <p:spPr>
            <a:xfrm rot="5427600">
              <a:off x="5987880" y="5758200"/>
              <a:ext cx="33840" cy="33840"/>
            </a:xfrm>
            <a:custGeom>
              <a:avLst/>
              <a:gdLst/>
              <a:ahLst/>
              <a:rect l="0" t="0" r="r" b="b"/>
              <a:pathLst>
                <a:path w="96" h="96">
                  <a:moveTo>
                    <a:pt x="46" y="0"/>
                  </a:moveTo>
                  <a:lnTo>
                    <a:pt x="95" y="94"/>
                  </a:lnTo>
                  <a:lnTo>
                    <a:pt x="0" y="95"/>
                  </a:lnTo>
                  <a:lnTo>
                    <a:pt x="46" y="0"/>
                  </a:lnTo>
                </a:path>
              </a:pathLst>
            </a:custGeom>
            <a:solidFill>
              <a:srgbClr val="00a65d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2" name="CustomShape 64"/>
            <p:cNvSpPr/>
            <p:nvPr/>
          </p:nvSpPr>
          <p:spPr>
            <a:xfrm rot="5427600">
              <a:off x="5985720" y="6015600"/>
              <a:ext cx="33840" cy="33840"/>
            </a:xfrm>
            <a:custGeom>
              <a:avLst/>
              <a:gdLst/>
              <a:ahLst/>
              <a:rect l="0" t="0" r="r" b="b"/>
              <a:pathLst>
                <a:path w="96" h="97">
                  <a:moveTo>
                    <a:pt x="46" y="0"/>
                  </a:moveTo>
                  <a:lnTo>
                    <a:pt x="95" y="95"/>
                  </a:lnTo>
                  <a:lnTo>
                    <a:pt x="0" y="96"/>
                  </a:lnTo>
                  <a:lnTo>
                    <a:pt x="46" y="0"/>
                  </a:lnTo>
                </a:path>
              </a:pathLst>
            </a:custGeom>
            <a:solidFill>
              <a:srgbClr val="0066b3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53" name="Group 65"/>
          <p:cNvGrpSpPr/>
          <p:nvPr/>
        </p:nvGrpSpPr>
        <p:grpSpPr>
          <a:xfrm>
            <a:off x="6040440" y="569880"/>
            <a:ext cx="1587960" cy="1518840"/>
            <a:chOff x="6040440" y="569880"/>
            <a:chExt cx="1587960" cy="1518840"/>
          </a:xfrm>
        </p:grpSpPr>
        <p:sp>
          <p:nvSpPr>
            <p:cNvPr id="154" name="CustomShape 66"/>
            <p:cNvSpPr/>
            <p:nvPr/>
          </p:nvSpPr>
          <p:spPr>
            <a:xfrm>
              <a:off x="6040440" y="569880"/>
              <a:ext cx="1587960" cy="1518840"/>
            </a:xfrm>
            <a:prstGeom prst="frame">
              <a:avLst>
                <a:gd name="adj1" fmla="val 34083"/>
              </a:avLst>
            </a:prstGeom>
            <a:solidFill>
              <a:srgbClr val="fffcdf"/>
            </a:solidFill>
            <a:ln w="18360">
              <a:solidFill>
                <a:srgbClr val="ed1c2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5" name="CustomShape 67"/>
            <p:cNvSpPr/>
            <p:nvPr/>
          </p:nvSpPr>
          <p:spPr>
            <a:xfrm rot="16200000">
              <a:off x="6534720" y="932040"/>
              <a:ext cx="34200" cy="33840"/>
            </a:xfrm>
            <a:custGeom>
              <a:avLst/>
              <a:gdLst/>
              <a:ahLst/>
              <a:rect l="0" t="0" r="r" b="b"/>
              <a:pathLst>
                <a:path w="97" h="96">
                  <a:moveTo>
                    <a:pt x="48" y="0"/>
                  </a:moveTo>
                  <a:lnTo>
                    <a:pt x="96" y="95"/>
                  </a:lnTo>
                  <a:lnTo>
                    <a:pt x="0" y="95"/>
                  </a:lnTo>
                  <a:lnTo>
                    <a:pt x="48" y="0"/>
                  </a:lnTo>
                </a:path>
              </a:pathLst>
            </a:custGeom>
            <a:solidFill>
              <a:srgbClr val="00a65d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6" name="CustomShape 68"/>
            <p:cNvSpPr/>
            <p:nvPr/>
          </p:nvSpPr>
          <p:spPr>
            <a:xfrm rot="16200000">
              <a:off x="6534720" y="678600"/>
              <a:ext cx="34200" cy="33840"/>
            </a:xfrm>
            <a:custGeom>
              <a:avLst/>
              <a:gdLst/>
              <a:ahLst/>
              <a:rect l="0" t="0" r="r" b="b"/>
              <a:pathLst>
                <a:path w="97" h="96">
                  <a:moveTo>
                    <a:pt x="48" y="0"/>
                  </a:moveTo>
                  <a:lnTo>
                    <a:pt x="96" y="95"/>
                  </a:lnTo>
                  <a:lnTo>
                    <a:pt x="0" y="95"/>
                  </a:lnTo>
                  <a:lnTo>
                    <a:pt x="48" y="0"/>
                  </a:lnTo>
                </a:path>
              </a:pathLst>
            </a:custGeom>
            <a:solidFill>
              <a:srgbClr val="0066b3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7" name="CustomShape 69"/>
            <p:cNvSpPr/>
            <p:nvPr/>
          </p:nvSpPr>
          <p:spPr>
            <a:xfrm>
              <a:off x="6423480" y="950400"/>
              <a:ext cx="813600" cy="746280"/>
            </a:xfrm>
            <a:prstGeom prst="rect">
              <a:avLst/>
            </a:prstGeom>
            <a:noFill/>
            <a:ln w="18360">
              <a:solidFill>
                <a:srgbClr val="00a65d"/>
              </a:solidFill>
              <a:custDash>
                <a:ds d="197000" sp="197000"/>
              </a:custDash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8" name="CustomShape 70"/>
            <p:cNvSpPr/>
            <p:nvPr/>
          </p:nvSpPr>
          <p:spPr>
            <a:xfrm>
              <a:off x="6165000" y="698400"/>
              <a:ext cx="1328040" cy="1255320"/>
            </a:xfrm>
            <a:prstGeom prst="rect">
              <a:avLst/>
            </a:prstGeom>
            <a:noFill/>
            <a:ln w="18360">
              <a:solidFill>
                <a:srgbClr val="3465a4"/>
              </a:solidFill>
              <a:custDash>
                <a:ds d="197000" sp="197000"/>
              </a:custDash>
              <a:round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59" name="Group 71"/>
            <p:cNvGrpSpPr/>
            <p:nvPr/>
          </p:nvGrpSpPr>
          <p:grpSpPr>
            <a:xfrm>
              <a:off x="7453800" y="1314000"/>
              <a:ext cx="80640" cy="81720"/>
              <a:chOff x="7453800" y="1314000"/>
              <a:chExt cx="80640" cy="81720"/>
            </a:xfrm>
          </p:grpSpPr>
          <p:grpSp>
            <p:nvGrpSpPr>
              <p:cNvPr id="160" name="Group 72"/>
              <p:cNvGrpSpPr/>
              <p:nvPr/>
            </p:nvGrpSpPr>
            <p:grpSpPr>
              <a:xfrm>
                <a:off x="7453800" y="1314000"/>
                <a:ext cx="80640" cy="81720"/>
                <a:chOff x="7453800" y="1314000"/>
                <a:chExt cx="80640" cy="81720"/>
              </a:xfrm>
            </p:grpSpPr>
            <p:sp>
              <p:nvSpPr>
                <p:cNvPr id="161" name="Freeform 73"/>
                <p:cNvSpPr/>
                <p:nvPr/>
              </p:nvSpPr>
              <p:spPr>
                <a:xfrm>
                  <a:off x="7471440" y="1329840"/>
                  <a:ext cx="47880" cy="46440"/>
                </a:xfrm>
                <a:custGeom>
                  <a:avLst/>
                  <a:gdLst/>
                  <a:ahLst/>
                  <a:rect l="0" t="0" r="r" b="b"/>
                  <a:pathLst>
                    <a:path w="133" h="129">
                      <a:moveTo>
                        <a:pt x="0" y="21"/>
                      </a:moveTo>
                      <a:lnTo>
                        <a:pt x="19" y="2"/>
                      </a:lnTo>
                      <a:lnTo>
                        <a:pt x="65" y="47"/>
                      </a:lnTo>
                      <a:lnTo>
                        <a:pt x="112" y="0"/>
                      </a:lnTo>
                      <a:lnTo>
                        <a:pt x="132" y="19"/>
                      </a:lnTo>
                      <a:lnTo>
                        <a:pt x="84" y="67"/>
                      </a:lnTo>
                      <a:lnTo>
                        <a:pt x="126" y="108"/>
                      </a:lnTo>
                      <a:lnTo>
                        <a:pt x="106" y="128"/>
                      </a:lnTo>
                      <a:lnTo>
                        <a:pt x="65" y="87"/>
                      </a:lnTo>
                      <a:lnTo>
                        <a:pt x="24" y="126"/>
                      </a:lnTo>
                      <a:lnTo>
                        <a:pt x="5" y="106"/>
                      </a:lnTo>
                      <a:lnTo>
                        <a:pt x="45" y="67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</p:sp>
            <p:sp>
              <p:nvSpPr>
                <p:cNvPr id="162" name="CustomShape 74"/>
                <p:cNvSpPr/>
                <p:nvPr/>
              </p:nvSpPr>
              <p:spPr>
                <a:xfrm>
                  <a:off x="7453800" y="1314000"/>
                  <a:ext cx="36000" cy="35640"/>
                </a:xfrm>
                <a:prstGeom prst="ellipse">
                  <a:avLst/>
                </a:pr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63" name="CustomShape 75"/>
                <p:cNvSpPr/>
                <p:nvPr/>
              </p:nvSpPr>
              <p:spPr>
                <a:xfrm>
                  <a:off x="7498080" y="1314000"/>
                  <a:ext cx="36360" cy="35640"/>
                </a:xfrm>
                <a:prstGeom prst="ellipse">
                  <a:avLst/>
                </a:pr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64" name="CustomShape 76"/>
                <p:cNvSpPr/>
                <p:nvPr/>
              </p:nvSpPr>
              <p:spPr>
                <a:xfrm>
                  <a:off x="7498080" y="1359720"/>
                  <a:ext cx="36360" cy="36000"/>
                </a:xfrm>
                <a:prstGeom prst="ellipse">
                  <a:avLst/>
                </a:pr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65" name="CustomShape 77"/>
                <p:cNvSpPr/>
                <p:nvPr/>
              </p:nvSpPr>
              <p:spPr>
                <a:xfrm>
                  <a:off x="7453800" y="1359720"/>
                  <a:ext cx="36000" cy="36000"/>
                </a:xfrm>
                <a:prstGeom prst="ellipse">
                  <a:avLst/>
                </a:pr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grpSp>
          <p:nvGrpSpPr>
            <p:cNvPr id="166" name="Group 78"/>
            <p:cNvGrpSpPr/>
            <p:nvPr/>
          </p:nvGrpSpPr>
          <p:grpSpPr>
            <a:xfrm>
              <a:off x="7196760" y="1314000"/>
              <a:ext cx="80280" cy="81720"/>
              <a:chOff x="7196760" y="1314000"/>
              <a:chExt cx="80280" cy="81720"/>
            </a:xfrm>
          </p:grpSpPr>
          <p:grpSp>
            <p:nvGrpSpPr>
              <p:cNvPr id="167" name="Group 79"/>
              <p:cNvGrpSpPr/>
              <p:nvPr/>
            </p:nvGrpSpPr>
            <p:grpSpPr>
              <a:xfrm>
                <a:off x="7196760" y="1314000"/>
                <a:ext cx="80280" cy="81720"/>
                <a:chOff x="7196760" y="1314000"/>
                <a:chExt cx="80280" cy="81720"/>
              </a:xfrm>
            </p:grpSpPr>
            <p:sp>
              <p:nvSpPr>
                <p:cNvPr id="168" name="Freeform 80"/>
                <p:cNvSpPr/>
                <p:nvPr/>
              </p:nvSpPr>
              <p:spPr>
                <a:xfrm>
                  <a:off x="7214040" y="1329840"/>
                  <a:ext cx="47880" cy="46440"/>
                </a:xfrm>
                <a:custGeom>
                  <a:avLst/>
                  <a:gdLst/>
                  <a:ahLst/>
                  <a:rect l="0" t="0" r="r" b="b"/>
                  <a:pathLst>
                    <a:path w="133" h="129">
                      <a:moveTo>
                        <a:pt x="0" y="21"/>
                      </a:moveTo>
                      <a:lnTo>
                        <a:pt x="20" y="2"/>
                      </a:lnTo>
                      <a:lnTo>
                        <a:pt x="65" y="47"/>
                      </a:lnTo>
                      <a:lnTo>
                        <a:pt x="113" y="0"/>
                      </a:lnTo>
                      <a:lnTo>
                        <a:pt x="132" y="19"/>
                      </a:lnTo>
                      <a:lnTo>
                        <a:pt x="84" y="67"/>
                      </a:lnTo>
                      <a:lnTo>
                        <a:pt x="127" y="108"/>
                      </a:lnTo>
                      <a:lnTo>
                        <a:pt x="107" y="128"/>
                      </a:lnTo>
                      <a:lnTo>
                        <a:pt x="65" y="87"/>
                      </a:lnTo>
                      <a:lnTo>
                        <a:pt x="25" y="126"/>
                      </a:lnTo>
                      <a:lnTo>
                        <a:pt x="6" y="106"/>
                      </a:lnTo>
                      <a:lnTo>
                        <a:pt x="46" y="67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28a127"/>
                </a:solidFill>
                <a:ln w="9000">
                  <a:solidFill>
                    <a:srgbClr val="2b511a"/>
                  </a:solidFill>
                  <a:round/>
                </a:ln>
              </p:spPr>
            </p:sp>
            <p:sp>
              <p:nvSpPr>
                <p:cNvPr id="169" name="CustomShape 81"/>
                <p:cNvSpPr/>
                <p:nvPr/>
              </p:nvSpPr>
              <p:spPr>
                <a:xfrm>
                  <a:off x="7196760" y="1314000"/>
                  <a:ext cx="36000" cy="35640"/>
                </a:xfrm>
                <a:prstGeom prst="ellipse">
                  <a:avLst/>
                </a:prstGeom>
                <a:solidFill>
                  <a:srgbClr val="28a127"/>
                </a:solidFill>
                <a:ln w="9000">
                  <a:solidFill>
                    <a:srgbClr val="395511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70" name="CustomShape 82"/>
                <p:cNvSpPr/>
                <p:nvPr/>
              </p:nvSpPr>
              <p:spPr>
                <a:xfrm>
                  <a:off x="7241040" y="1314000"/>
                  <a:ext cx="36000" cy="35640"/>
                </a:xfrm>
                <a:prstGeom prst="ellipse">
                  <a:avLst/>
                </a:prstGeom>
                <a:solidFill>
                  <a:srgbClr val="28a127"/>
                </a:solidFill>
                <a:ln w="9000">
                  <a:solidFill>
                    <a:srgbClr val="395511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71" name="CustomShape 83"/>
                <p:cNvSpPr/>
                <p:nvPr/>
              </p:nvSpPr>
              <p:spPr>
                <a:xfrm>
                  <a:off x="7241040" y="1359720"/>
                  <a:ext cx="36000" cy="36000"/>
                </a:xfrm>
                <a:prstGeom prst="ellipse">
                  <a:avLst/>
                </a:prstGeom>
                <a:solidFill>
                  <a:srgbClr val="28a127"/>
                </a:solidFill>
                <a:ln w="9000">
                  <a:solidFill>
                    <a:srgbClr val="395511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72" name="CustomShape 84"/>
                <p:cNvSpPr/>
                <p:nvPr/>
              </p:nvSpPr>
              <p:spPr>
                <a:xfrm>
                  <a:off x="7196760" y="1359720"/>
                  <a:ext cx="36000" cy="36000"/>
                </a:xfrm>
                <a:prstGeom prst="ellipse">
                  <a:avLst/>
                </a:prstGeom>
                <a:solidFill>
                  <a:srgbClr val="28a127"/>
                </a:solidFill>
                <a:ln w="9000">
                  <a:solidFill>
                    <a:srgbClr val="395511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sp>
          <p:nvSpPr>
            <p:cNvPr id="173" name="CustomShape 85"/>
            <p:cNvSpPr/>
            <p:nvPr/>
          </p:nvSpPr>
          <p:spPr>
            <a:xfrm>
              <a:off x="7219080" y="1063440"/>
              <a:ext cx="34200" cy="33840"/>
            </a:xfrm>
            <a:custGeom>
              <a:avLst/>
              <a:gdLst/>
              <a:ahLst/>
              <a:rect l="0" t="0" r="r" b="b"/>
              <a:pathLst>
                <a:path w="97" h="96">
                  <a:moveTo>
                    <a:pt x="48" y="0"/>
                  </a:moveTo>
                  <a:lnTo>
                    <a:pt x="96" y="95"/>
                  </a:lnTo>
                  <a:lnTo>
                    <a:pt x="0" y="95"/>
                  </a:lnTo>
                  <a:lnTo>
                    <a:pt x="48" y="0"/>
                  </a:lnTo>
                </a:path>
              </a:pathLst>
            </a:custGeom>
            <a:solidFill>
              <a:srgbClr val="00a65d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4" name="CustomShape 86"/>
            <p:cNvSpPr/>
            <p:nvPr/>
          </p:nvSpPr>
          <p:spPr>
            <a:xfrm>
              <a:off x="7476480" y="1063440"/>
              <a:ext cx="34200" cy="33840"/>
            </a:xfrm>
            <a:custGeom>
              <a:avLst/>
              <a:gdLst/>
              <a:ahLst/>
              <a:rect l="0" t="0" r="r" b="b"/>
              <a:pathLst>
                <a:path w="97" h="96">
                  <a:moveTo>
                    <a:pt x="48" y="0"/>
                  </a:moveTo>
                  <a:lnTo>
                    <a:pt x="96" y="95"/>
                  </a:lnTo>
                  <a:lnTo>
                    <a:pt x="0" y="95"/>
                  </a:lnTo>
                  <a:lnTo>
                    <a:pt x="48" y="0"/>
                  </a:lnTo>
                </a:path>
              </a:pathLst>
            </a:custGeom>
            <a:solidFill>
              <a:srgbClr val="0066b3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5" name="CustomShape 87"/>
            <p:cNvSpPr/>
            <p:nvPr/>
          </p:nvSpPr>
          <p:spPr>
            <a:xfrm rot="10800000">
              <a:off x="6406560" y="1551240"/>
              <a:ext cx="33840" cy="34560"/>
            </a:xfrm>
            <a:custGeom>
              <a:avLst/>
              <a:gdLst/>
              <a:ahLst/>
              <a:rect l="0" t="0" r="r" b="b"/>
              <a:pathLst>
                <a:path w="96" h="98">
                  <a:moveTo>
                    <a:pt x="47" y="0"/>
                  </a:moveTo>
                  <a:lnTo>
                    <a:pt x="95" y="97"/>
                  </a:lnTo>
                  <a:lnTo>
                    <a:pt x="0" y="97"/>
                  </a:lnTo>
                  <a:lnTo>
                    <a:pt x="47" y="0"/>
                  </a:lnTo>
                </a:path>
              </a:pathLst>
            </a:custGeom>
            <a:solidFill>
              <a:srgbClr val="00a65d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" name="CustomShape 88"/>
            <p:cNvSpPr/>
            <p:nvPr/>
          </p:nvSpPr>
          <p:spPr>
            <a:xfrm rot="10800000">
              <a:off x="6149160" y="1551240"/>
              <a:ext cx="34200" cy="34560"/>
            </a:xfrm>
            <a:custGeom>
              <a:avLst/>
              <a:gdLst/>
              <a:ahLst/>
              <a:rect l="0" t="0" r="r" b="b"/>
              <a:pathLst>
                <a:path w="97" h="98">
                  <a:moveTo>
                    <a:pt x="48" y="0"/>
                  </a:moveTo>
                  <a:lnTo>
                    <a:pt x="96" y="97"/>
                  </a:lnTo>
                  <a:lnTo>
                    <a:pt x="0" y="97"/>
                  </a:lnTo>
                  <a:lnTo>
                    <a:pt x="48" y="0"/>
                  </a:lnTo>
                </a:path>
              </a:pathLst>
            </a:custGeom>
            <a:solidFill>
              <a:srgbClr val="0066b3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" name="CustomShape 89"/>
            <p:cNvSpPr/>
            <p:nvPr/>
          </p:nvSpPr>
          <p:spPr>
            <a:xfrm rot="5427600">
              <a:off x="7027560" y="1677960"/>
              <a:ext cx="33840" cy="34560"/>
            </a:xfrm>
            <a:custGeom>
              <a:avLst/>
              <a:gdLst/>
              <a:ahLst/>
              <a:rect l="0" t="0" r="r" b="b"/>
              <a:pathLst>
                <a:path w="96" h="98">
                  <a:moveTo>
                    <a:pt x="47" y="0"/>
                  </a:moveTo>
                  <a:lnTo>
                    <a:pt x="95" y="96"/>
                  </a:lnTo>
                  <a:lnTo>
                    <a:pt x="0" y="97"/>
                  </a:lnTo>
                  <a:lnTo>
                    <a:pt x="47" y="0"/>
                  </a:lnTo>
                </a:path>
              </a:pathLst>
            </a:custGeom>
            <a:solidFill>
              <a:srgbClr val="00a65d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8" name="CustomShape 90"/>
            <p:cNvSpPr/>
            <p:nvPr/>
          </p:nvSpPr>
          <p:spPr>
            <a:xfrm rot="5427600">
              <a:off x="7025400" y="1937160"/>
              <a:ext cx="33840" cy="34200"/>
            </a:xfrm>
            <a:custGeom>
              <a:avLst/>
              <a:gdLst/>
              <a:ahLst/>
              <a:rect l="0" t="0" r="r" b="b"/>
              <a:pathLst>
                <a:path w="96" h="98">
                  <a:moveTo>
                    <a:pt x="46" y="0"/>
                  </a:moveTo>
                  <a:lnTo>
                    <a:pt x="95" y="96"/>
                  </a:lnTo>
                  <a:lnTo>
                    <a:pt x="0" y="97"/>
                  </a:lnTo>
                  <a:lnTo>
                    <a:pt x="46" y="0"/>
                  </a:lnTo>
                </a:path>
              </a:pathLst>
            </a:custGeom>
            <a:solidFill>
              <a:srgbClr val="0066b3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179" name="" descr=""/>
          <p:cNvPicPr/>
          <p:nvPr/>
        </p:nvPicPr>
        <p:blipFill>
          <a:blip r:embed="rId3"/>
          <a:stretch/>
        </p:blipFill>
        <p:spPr>
          <a:xfrm>
            <a:off x="6764040" y="1280160"/>
            <a:ext cx="1674360" cy="1513800"/>
          </a:xfrm>
          <a:prstGeom prst="rect">
            <a:avLst/>
          </a:prstGeom>
          <a:ln w="18360">
            <a:solidFill>
              <a:srgbClr val="ff0000"/>
            </a:solidFill>
            <a:round/>
          </a:ln>
        </p:spPr>
      </p:pic>
      <p:pic>
        <p:nvPicPr>
          <p:cNvPr id="180" name="" descr=""/>
          <p:cNvPicPr/>
          <p:nvPr/>
        </p:nvPicPr>
        <p:blipFill>
          <a:blip r:embed="rId4"/>
          <a:stretch/>
        </p:blipFill>
        <p:spPr>
          <a:xfrm>
            <a:off x="7498080" y="2334240"/>
            <a:ext cx="1554120" cy="1506240"/>
          </a:xfrm>
          <a:prstGeom prst="rect">
            <a:avLst/>
          </a:prstGeom>
          <a:ln w="18360">
            <a:solidFill>
              <a:srgbClr val="ff0000"/>
            </a:solidFill>
            <a:round/>
          </a:ln>
        </p:spPr>
      </p:pic>
      <p:sp>
        <p:nvSpPr>
          <p:cNvPr id="181" name="TextShape 91"/>
          <p:cNvSpPr txBox="1"/>
          <p:nvPr/>
        </p:nvSpPr>
        <p:spPr>
          <a:xfrm>
            <a:off x="5924160" y="2062440"/>
            <a:ext cx="933840" cy="3956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200" spc="-1" strike="noStrike">
                <a:latin typeface="Calibri"/>
              </a:rPr>
              <a:t>Simulation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2" name="TextShape 92"/>
          <p:cNvSpPr txBox="1"/>
          <p:nvPr/>
        </p:nvSpPr>
        <p:spPr>
          <a:xfrm>
            <a:off x="6675120" y="2793960"/>
            <a:ext cx="691920" cy="243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200" spc="-1" strike="noStrike">
                <a:latin typeface="Calibri"/>
              </a:rPr>
              <a:t>Cl</a:t>
            </a:r>
            <a:r>
              <a:rPr b="0" lang="en-US" sz="1200" spc="-1" strike="noStrike">
                <a:latin typeface="Calibri"/>
              </a:rPr>
              <a:t>us</a:t>
            </a:r>
            <a:r>
              <a:rPr b="0" lang="en-US" sz="1200" spc="-1" strike="noStrike">
                <a:latin typeface="Calibri"/>
              </a:rPr>
              <a:t>te</a:t>
            </a:r>
            <a:r>
              <a:rPr b="0" lang="en-US" sz="1200" spc="-1" strike="noStrike">
                <a:latin typeface="Calibri"/>
              </a:rPr>
              <a:t>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3" name="TextShape 93"/>
          <p:cNvSpPr txBox="1"/>
          <p:nvPr/>
        </p:nvSpPr>
        <p:spPr>
          <a:xfrm>
            <a:off x="6806520" y="3200400"/>
            <a:ext cx="783000" cy="417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en-US" sz="1200" spc="-1" strike="noStrike">
                <a:latin typeface="Calibri"/>
              </a:rPr>
              <a:t>transition </a:t>
            </a:r>
            <a:endParaRPr b="0" lang="en-US" sz="1200" spc="-1" strike="noStrike">
              <a:latin typeface="Arial"/>
            </a:endParaRPr>
          </a:p>
          <a:p>
            <a:pPr algn="ctr"/>
            <a:r>
              <a:rPr b="0" lang="en-US" sz="1200" spc="-1" strike="noStrike">
                <a:latin typeface="Calibri"/>
              </a:rPr>
              <a:t>matrix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4" name="CustomShape 94"/>
          <p:cNvSpPr/>
          <p:nvPr/>
        </p:nvSpPr>
        <p:spPr>
          <a:xfrm>
            <a:off x="5955120" y="475200"/>
            <a:ext cx="235800" cy="235800"/>
          </a:xfrm>
          <a:prstGeom prst="ellipse">
            <a:avLst/>
          </a:pr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1</a:t>
            </a:r>
            <a:endParaRPr b="1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CustomShape 95"/>
          <p:cNvSpPr/>
          <p:nvPr/>
        </p:nvSpPr>
        <p:spPr>
          <a:xfrm>
            <a:off x="6671160" y="1149480"/>
            <a:ext cx="235800" cy="235800"/>
          </a:xfrm>
          <a:prstGeom prst="ellipse">
            <a:avLst/>
          </a:pr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2</a:t>
            </a:r>
            <a:endParaRPr b="1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CustomShape 96"/>
          <p:cNvSpPr/>
          <p:nvPr/>
        </p:nvSpPr>
        <p:spPr>
          <a:xfrm>
            <a:off x="7412400" y="2214360"/>
            <a:ext cx="235800" cy="236160"/>
          </a:xfrm>
          <a:prstGeom prst="ellipse">
            <a:avLst/>
          </a:pr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3</a:t>
            </a:r>
            <a:endParaRPr b="1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87" name="Group 97"/>
          <p:cNvGrpSpPr/>
          <p:nvPr/>
        </p:nvGrpSpPr>
        <p:grpSpPr>
          <a:xfrm>
            <a:off x="67320" y="4394880"/>
            <a:ext cx="4779000" cy="2070360"/>
            <a:chOff x="67320" y="4394880"/>
            <a:chExt cx="4779000" cy="2070360"/>
          </a:xfrm>
        </p:grpSpPr>
        <p:pic>
          <p:nvPicPr>
            <p:cNvPr id="188" name="" descr=""/>
            <p:cNvPicPr/>
            <p:nvPr/>
          </p:nvPicPr>
          <p:blipFill>
            <a:blip r:embed="rId5"/>
            <a:stretch/>
          </p:blipFill>
          <p:spPr>
            <a:xfrm>
              <a:off x="67320" y="5424840"/>
              <a:ext cx="4779000" cy="104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89" name="" descr=""/>
            <p:cNvPicPr/>
            <p:nvPr/>
          </p:nvPicPr>
          <p:blipFill>
            <a:blip r:embed="rId6"/>
            <a:stretch/>
          </p:blipFill>
          <p:spPr>
            <a:xfrm>
              <a:off x="67320" y="4394880"/>
              <a:ext cx="4736880" cy="102996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90" name="Group 98"/>
          <p:cNvGrpSpPr/>
          <p:nvPr/>
        </p:nvGrpSpPr>
        <p:grpSpPr>
          <a:xfrm>
            <a:off x="6775560" y="3599280"/>
            <a:ext cx="2255760" cy="2560320"/>
            <a:chOff x="6775560" y="3599280"/>
            <a:chExt cx="2255760" cy="2560320"/>
          </a:xfrm>
        </p:grpSpPr>
        <p:sp>
          <p:nvSpPr>
            <p:cNvPr id="191" name="CustomShape 99"/>
            <p:cNvSpPr/>
            <p:nvPr/>
          </p:nvSpPr>
          <p:spPr>
            <a:xfrm>
              <a:off x="6775560" y="3599280"/>
              <a:ext cx="1938960" cy="1136160"/>
            </a:xfrm>
            <a:custGeom>
              <a:avLst/>
              <a:gdLst/>
              <a:ahLst/>
              <a:rect l="0" t="0" r="r" b="b"/>
              <a:pathLst>
                <a:path w="5388" h="3158">
                  <a:moveTo>
                    <a:pt x="118" y="0"/>
                  </a:moveTo>
                  <a:lnTo>
                    <a:pt x="118" y="0"/>
                  </a:lnTo>
                  <a:cubicBezTo>
                    <a:pt x="97" y="0"/>
                    <a:pt x="77" y="5"/>
                    <a:pt x="59" y="16"/>
                  </a:cubicBezTo>
                  <a:cubicBezTo>
                    <a:pt x="41" y="26"/>
                    <a:pt x="26" y="41"/>
                    <a:pt x="16" y="59"/>
                  </a:cubicBezTo>
                  <a:cubicBezTo>
                    <a:pt x="5" y="77"/>
                    <a:pt x="0" y="97"/>
                    <a:pt x="0" y="118"/>
                  </a:cubicBezTo>
                  <a:lnTo>
                    <a:pt x="0" y="3038"/>
                  </a:lnTo>
                  <a:lnTo>
                    <a:pt x="0" y="3039"/>
                  </a:lnTo>
                  <a:cubicBezTo>
                    <a:pt x="0" y="3060"/>
                    <a:pt x="5" y="3080"/>
                    <a:pt x="16" y="3098"/>
                  </a:cubicBezTo>
                  <a:cubicBezTo>
                    <a:pt x="26" y="3116"/>
                    <a:pt x="41" y="3131"/>
                    <a:pt x="59" y="3141"/>
                  </a:cubicBezTo>
                  <a:cubicBezTo>
                    <a:pt x="77" y="3152"/>
                    <a:pt x="97" y="3157"/>
                    <a:pt x="118" y="3157"/>
                  </a:cubicBezTo>
                  <a:lnTo>
                    <a:pt x="5268" y="3157"/>
                  </a:lnTo>
                  <a:lnTo>
                    <a:pt x="5269" y="3157"/>
                  </a:lnTo>
                  <a:cubicBezTo>
                    <a:pt x="5290" y="3157"/>
                    <a:pt x="5310" y="3152"/>
                    <a:pt x="5328" y="3141"/>
                  </a:cubicBezTo>
                  <a:cubicBezTo>
                    <a:pt x="5346" y="3131"/>
                    <a:pt x="5361" y="3116"/>
                    <a:pt x="5371" y="3098"/>
                  </a:cubicBezTo>
                  <a:cubicBezTo>
                    <a:pt x="5382" y="3080"/>
                    <a:pt x="5387" y="3060"/>
                    <a:pt x="5387" y="3039"/>
                  </a:cubicBezTo>
                  <a:lnTo>
                    <a:pt x="5386" y="118"/>
                  </a:lnTo>
                  <a:lnTo>
                    <a:pt x="5387" y="118"/>
                  </a:lnTo>
                  <a:lnTo>
                    <a:pt x="5387" y="118"/>
                  </a:lnTo>
                  <a:cubicBezTo>
                    <a:pt x="5387" y="97"/>
                    <a:pt x="5382" y="77"/>
                    <a:pt x="5371" y="59"/>
                  </a:cubicBezTo>
                  <a:cubicBezTo>
                    <a:pt x="5361" y="41"/>
                    <a:pt x="5346" y="26"/>
                    <a:pt x="5328" y="16"/>
                  </a:cubicBezTo>
                  <a:cubicBezTo>
                    <a:pt x="5310" y="5"/>
                    <a:pt x="5290" y="0"/>
                    <a:pt x="5269" y="0"/>
                  </a:cubicBezTo>
                  <a:lnTo>
                    <a:pt x="118" y="0"/>
                  </a:lnTo>
                </a:path>
              </a:pathLst>
            </a:custGeom>
            <a:solidFill>
              <a:srgbClr val="bcaed5">
                <a:alpha val="50000"/>
              </a:srgbClr>
            </a:solidFill>
            <a:ln w="900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2" name="CustomShape 100"/>
            <p:cNvSpPr/>
            <p:nvPr/>
          </p:nvSpPr>
          <p:spPr>
            <a:xfrm>
              <a:off x="6775560" y="5062680"/>
              <a:ext cx="1932120" cy="1096920"/>
            </a:xfrm>
            <a:custGeom>
              <a:avLst/>
              <a:gdLst/>
              <a:ahLst/>
              <a:rect l="0" t="0" r="r" b="b"/>
              <a:pathLst>
                <a:path w="5369" h="3049">
                  <a:moveTo>
                    <a:pt x="114" y="0"/>
                  </a:moveTo>
                  <a:lnTo>
                    <a:pt x="114" y="0"/>
                  </a:lnTo>
                  <a:cubicBezTo>
                    <a:pt x="94" y="0"/>
                    <a:pt x="74" y="5"/>
                    <a:pt x="57" y="15"/>
                  </a:cubicBezTo>
                  <a:cubicBezTo>
                    <a:pt x="40" y="25"/>
                    <a:pt x="25" y="40"/>
                    <a:pt x="15" y="57"/>
                  </a:cubicBezTo>
                  <a:cubicBezTo>
                    <a:pt x="5" y="74"/>
                    <a:pt x="0" y="94"/>
                    <a:pt x="0" y="114"/>
                  </a:cubicBezTo>
                  <a:lnTo>
                    <a:pt x="0" y="2933"/>
                  </a:lnTo>
                  <a:lnTo>
                    <a:pt x="0" y="2934"/>
                  </a:lnTo>
                  <a:cubicBezTo>
                    <a:pt x="0" y="2954"/>
                    <a:pt x="5" y="2974"/>
                    <a:pt x="15" y="2991"/>
                  </a:cubicBezTo>
                  <a:cubicBezTo>
                    <a:pt x="25" y="3008"/>
                    <a:pt x="40" y="3023"/>
                    <a:pt x="57" y="3033"/>
                  </a:cubicBezTo>
                  <a:cubicBezTo>
                    <a:pt x="74" y="3043"/>
                    <a:pt x="94" y="3048"/>
                    <a:pt x="114" y="3048"/>
                  </a:cubicBezTo>
                  <a:lnTo>
                    <a:pt x="5253" y="3048"/>
                  </a:lnTo>
                  <a:lnTo>
                    <a:pt x="5254" y="3048"/>
                  </a:lnTo>
                  <a:cubicBezTo>
                    <a:pt x="5274" y="3048"/>
                    <a:pt x="5294" y="3043"/>
                    <a:pt x="5311" y="3033"/>
                  </a:cubicBezTo>
                  <a:cubicBezTo>
                    <a:pt x="5328" y="3023"/>
                    <a:pt x="5343" y="3008"/>
                    <a:pt x="5353" y="2991"/>
                  </a:cubicBezTo>
                  <a:cubicBezTo>
                    <a:pt x="5363" y="2974"/>
                    <a:pt x="5368" y="2954"/>
                    <a:pt x="5368" y="2934"/>
                  </a:cubicBezTo>
                  <a:lnTo>
                    <a:pt x="5368" y="114"/>
                  </a:lnTo>
                  <a:lnTo>
                    <a:pt x="5368" y="114"/>
                  </a:lnTo>
                  <a:lnTo>
                    <a:pt x="5368" y="114"/>
                  </a:lnTo>
                  <a:cubicBezTo>
                    <a:pt x="5368" y="94"/>
                    <a:pt x="5363" y="74"/>
                    <a:pt x="5353" y="57"/>
                  </a:cubicBezTo>
                  <a:cubicBezTo>
                    <a:pt x="5343" y="40"/>
                    <a:pt x="5328" y="25"/>
                    <a:pt x="5311" y="15"/>
                  </a:cubicBezTo>
                  <a:cubicBezTo>
                    <a:pt x="5294" y="5"/>
                    <a:pt x="5274" y="0"/>
                    <a:pt x="5254" y="0"/>
                  </a:cubicBezTo>
                  <a:lnTo>
                    <a:pt x="114" y="0"/>
                  </a:lnTo>
                </a:path>
              </a:pathLst>
            </a:custGeom>
            <a:solidFill>
              <a:srgbClr val="bce4e5">
                <a:alpha val="50000"/>
              </a:srgbClr>
            </a:solidFill>
            <a:ln w="900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3" name="CustomShape 101"/>
            <p:cNvSpPr/>
            <p:nvPr/>
          </p:nvSpPr>
          <p:spPr>
            <a:xfrm>
              <a:off x="7000200" y="5121000"/>
              <a:ext cx="231840" cy="20664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4" name="CustomShape 102"/>
            <p:cNvSpPr/>
            <p:nvPr/>
          </p:nvSpPr>
          <p:spPr>
            <a:xfrm>
              <a:off x="7000200" y="5507640"/>
              <a:ext cx="231840" cy="20700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" name="CustomShape 103"/>
            <p:cNvSpPr/>
            <p:nvPr/>
          </p:nvSpPr>
          <p:spPr>
            <a:xfrm>
              <a:off x="7000200" y="5899320"/>
              <a:ext cx="231840" cy="20736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cxnSp>
          <p:nvCxnSpPr>
            <p:cNvPr id="196" name="Line 104"/>
            <p:cNvCxnSpPr>
              <a:stCxn id="193" idx="4"/>
              <a:endCxn id="194" idx="0"/>
            </p:cNvCxnSpPr>
            <p:nvPr/>
          </p:nvCxnSpPr>
          <p:spPr>
            <a:xfrm>
              <a:off x="7116120" y="5327640"/>
              <a:ext cx="360" cy="18036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197" name="Line 105"/>
            <p:cNvCxnSpPr>
              <a:stCxn id="194" idx="4"/>
              <a:endCxn id="195" idx="0"/>
            </p:cNvCxnSpPr>
            <p:nvPr/>
          </p:nvCxnSpPr>
          <p:spPr>
            <a:xfrm>
              <a:off x="7116120" y="5714640"/>
              <a:ext cx="360" cy="18504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sp>
          <p:nvSpPr>
            <p:cNvPr id="198" name="CustomShape 106"/>
            <p:cNvSpPr/>
            <p:nvPr/>
          </p:nvSpPr>
          <p:spPr>
            <a:xfrm>
              <a:off x="8140680" y="5121000"/>
              <a:ext cx="231840" cy="20700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9" name="CustomShape 107"/>
            <p:cNvSpPr/>
            <p:nvPr/>
          </p:nvSpPr>
          <p:spPr>
            <a:xfrm>
              <a:off x="8140680" y="5507640"/>
              <a:ext cx="231840" cy="20700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0" name="CustomShape 108"/>
            <p:cNvSpPr/>
            <p:nvPr/>
          </p:nvSpPr>
          <p:spPr>
            <a:xfrm>
              <a:off x="8140680" y="5899680"/>
              <a:ext cx="231840" cy="20700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cxnSp>
          <p:nvCxnSpPr>
            <p:cNvPr id="201" name="Line 109"/>
            <p:cNvCxnSpPr>
              <a:stCxn id="198" idx="4"/>
              <a:endCxn id="199" idx="0"/>
            </p:cNvCxnSpPr>
            <p:nvPr/>
          </p:nvCxnSpPr>
          <p:spPr>
            <a:xfrm>
              <a:off x="8256600" y="5328000"/>
              <a:ext cx="360" cy="18000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202" name="Line 110"/>
            <p:cNvCxnSpPr>
              <a:stCxn id="199" idx="4"/>
              <a:endCxn id="200" idx="0"/>
            </p:cNvCxnSpPr>
            <p:nvPr/>
          </p:nvCxnSpPr>
          <p:spPr>
            <a:xfrm>
              <a:off x="8256600" y="5714640"/>
              <a:ext cx="360" cy="18540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203" name="Line 111"/>
            <p:cNvCxnSpPr>
              <a:stCxn id="193" idx="6"/>
              <a:endCxn id="198" idx="2"/>
            </p:cNvCxnSpPr>
            <p:nvPr/>
          </p:nvCxnSpPr>
          <p:spPr>
            <a:xfrm>
              <a:off x="7232040" y="5224320"/>
              <a:ext cx="909000" cy="72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204" name="Line 112"/>
            <p:cNvCxnSpPr>
              <a:stCxn id="194" idx="6"/>
              <a:endCxn id="199" idx="2"/>
            </p:cNvCxnSpPr>
            <p:nvPr/>
          </p:nvCxnSpPr>
          <p:spPr>
            <a:xfrm>
              <a:off x="7232040" y="5611320"/>
              <a:ext cx="909000" cy="36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grpSp>
          <p:nvGrpSpPr>
            <p:cNvPr id="205" name="Group 113"/>
            <p:cNvGrpSpPr/>
            <p:nvPr/>
          </p:nvGrpSpPr>
          <p:grpSpPr>
            <a:xfrm>
              <a:off x="8480880" y="5357520"/>
              <a:ext cx="187200" cy="68040"/>
              <a:chOff x="8480880" y="5357520"/>
              <a:chExt cx="187200" cy="68040"/>
            </a:xfrm>
          </p:grpSpPr>
          <p:sp>
            <p:nvSpPr>
              <p:cNvPr id="206" name="Freeform 114"/>
              <p:cNvSpPr/>
              <p:nvPr/>
            </p:nvSpPr>
            <p:spPr>
              <a:xfrm>
                <a:off x="8480880" y="5357520"/>
                <a:ext cx="38160" cy="54360"/>
              </a:xfrm>
              <a:custGeom>
                <a:avLst/>
                <a:gdLst/>
                <a:ahLst/>
                <a:rect l="0" t="0" r="r" b="b"/>
                <a:pathLst>
                  <a:path w="106" h="151">
                    <a:moveTo>
                      <a:pt x="64" y="86"/>
                    </a:moveTo>
                    <a:cubicBezTo>
                      <a:pt x="74" y="108"/>
                      <a:pt x="83" y="140"/>
                      <a:pt x="88" y="145"/>
                    </a:cubicBezTo>
                    <a:cubicBezTo>
                      <a:pt x="91" y="150"/>
                      <a:pt x="93" y="150"/>
                      <a:pt x="98" y="150"/>
                    </a:cubicBezTo>
                    <a:lnTo>
                      <a:pt x="103" y="150"/>
                    </a:lnTo>
                    <a:cubicBezTo>
                      <a:pt x="105" y="150"/>
                      <a:pt x="105" y="149"/>
                      <a:pt x="105" y="148"/>
                    </a:cubicBezTo>
                    <a:cubicBezTo>
                      <a:pt x="105" y="147"/>
                      <a:pt x="105" y="147"/>
                      <a:pt x="104" y="145"/>
                    </a:cubicBezTo>
                    <a:cubicBezTo>
                      <a:pt x="103" y="143"/>
                      <a:pt x="101" y="140"/>
                      <a:pt x="100" y="136"/>
                    </a:cubicBezTo>
                    <a:lnTo>
                      <a:pt x="56" y="15"/>
                    </a:lnTo>
                    <a:cubicBezTo>
                      <a:pt x="51" y="3"/>
                      <a:pt x="40" y="0"/>
                      <a:pt x="30" y="0"/>
                    </a:cubicBezTo>
                    <a:cubicBezTo>
                      <a:pt x="29" y="0"/>
                      <a:pt x="26" y="0"/>
                      <a:pt x="26" y="3"/>
                    </a:cubicBezTo>
                    <a:cubicBezTo>
                      <a:pt x="26" y="4"/>
                      <a:pt x="29" y="5"/>
                      <a:pt x="29" y="5"/>
                    </a:cubicBezTo>
                    <a:cubicBezTo>
                      <a:pt x="36" y="6"/>
                      <a:pt x="37" y="8"/>
                      <a:pt x="42" y="22"/>
                    </a:cubicBezTo>
                    <a:lnTo>
                      <a:pt x="63" y="79"/>
                    </a:lnTo>
                    <a:lnTo>
                      <a:pt x="4" y="137"/>
                    </a:lnTo>
                    <a:cubicBezTo>
                      <a:pt x="2" y="140"/>
                      <a:pt x="0" y="142"/>
                      <a:pt x="0" y="144"/>
                    </a:cubicBezTo>
                    <a:cubicBezTo>
                      <a:pt x="0" y="148"/>
                      <a:pt x="3" y="150"/>
                      <a:pt x="6" y="150"/>
                    </a:cubicBezTo>
                    <a:cubicBezTo>
                      <a:pt x="10" y="150"/>
                      <a:pt x="11" y="149"/>
                      <a:pt x="13" y="145"/>
                    </a:cubicBezTo>
                    <a:lnTo>
                      <a:pt x="64" y="86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07" name="Freeform 115"/>
              <p:cNvSpPr/>
              <p:nvPr/>
            </p:nvSpPr>
            <p:spPr>
              <a:xfrm>
                <a:off x="8524080" y="5387760"/>
                <a:ext cx="47520" cy="36720"/>
              </a:xfrm>
              <a:custGeom>
                <a:avLst/>
                <a:gdLst/>
                <a:ahLst/>
                <a:rect l="0" t="0" r="r" b="b"/>
                <a:pathLst>
                  <a:path w="132" h="102">
                    <a:moveTo>
                      <a:pt x="75" y="44"/>
                    </a:moveTo>
                    <a:lnTo>
                      <a:pt x="89" y="31"/>
                    </a:lnTo>
                    <a:cubicBezTo>
                      <a:pt x="108" y="12"/>
                      <a:pt x="115" y="6"/>
                      <a:pt x="128" y="5"/>
                    </a:cubicBezTo>
                    <a:cubicBezTo>
                      <a:pt x="130" y="5"/>
                      <a:pt x="131" y="5"/>
                      <a:pt x="131" y="2"/>
                    </a:cubicBezTo>
                    <a:cubicBezTo>
                      <a:pt x="131" y="0"/>
                      <a:pt x="130" y="0"/>
                      <a:pt x="129" y="0"/>
                    </a:cubicBezTo>
                    <a:cubicBezTo>
                      <a:pt x="124" y="0"/>
                      <a:pt x="120" y="0"/>
                      <a:pt x="115" y="0"/>
                    </a:cubicBezTo>
                    <a:cubicBezTo>
                      <a:pt x="112" y="0"/>
                      <a:pt x="101" y="0"/>
                      <a:pt x="97" y="0"/>
                    </a:cubicBezTo>
                    <a:cubicBezTo>
                      <a:pt x="97" y="0"/>
                      <a:pt x="95" y="0"/>
                      <a:pt x="95" y="3"/>
                    </a:cubicBezTo>
                    <a:cubicBezTo>
                      <a:pt x="95" y="3"/>
                      <a:pt x="95" y="5"/>
                      <a:pt x="97" y="5"/>
                    </a:cubicBezTo>
                    <a:cubicBezTo>
                      <a:pt x="99" y="5"/>
                      <a:pt x="103" y="6"/>
                      <a:pt x="103" y="9"/>
                    </a:cubicBezTo>
                    <a:cubicBezTo>
                      <a:pt x="103" y="11"/>
                      <a:pt x="101" y="13"/>
                      <a:pt x="99" y="16"/>
                    </a:cubicBezTo>
                    <a:cubicBezTo>
                      <a:pt x="97" y="17"/>
                      <a:pt x="79" y="35"/>
                      <a:pt x="74" y="40"/>
                    </a:cubicBezTo>
                    <a:lnTo>
                      <a:pt x="58" y="11"/>
                    </a:lnTo>
                    <a:cubicBezTo>
                      <a:pt x="58" y="10"/>
                      <a:pt x="57" y="9"/>
                      <a:pt x="57" y="9"/>
                    </a:cubicBezTo>
                    <a:cubicBezTo>
                      <a:pt x="57" y="8"/>
                      <a:pt x="60" y="6"/>
                      <a:pt x="65" y="5"/>
                    </a:cubicBezTo>
                    <a:cubicBezTo>
                      <a:pt x="66" y="5"/>
                      <a:pt x="68" y="5"/>
                      <a:pt x="68" y="2"/>
                    </a:cubicBezTo>
                    <a:cubicBezTo>
                      <a:pt x="68" y="2"/>
                      <a:pt x="68" y="0"/>
                      <a:pt x="65" y="0"/>
                    </a:cubicBezTo>
                    <a:cubicBezTo>
                      <a:pt x="63" y="0"/>
                      <a:pt x="59" y="0"/>
                      <a:pt x="56" y="0"/>
                    </a:cubicBezTo>
                    <a:cubicBezTo>
                      <a:pt x="52" y="0"/>
                      <a:pt x="49" y="0"/>
                      <a:pt x="46" y="0"/>
                    </a:cubicBezTo>
                    <a:cubicBezTo>
                      <a:pt x="44" y="0"/>
                      <a:pt x="40" y="0"/>
                      <a:pt x="37" y="0"/>
                    </a:cubicBezTo>
                    <a:cubicBezTo>
                      <a:pt x="35" y="0"/>
                      <a:pt x="32" y="0"/>
                      <a:pt x="29" y="0"/>
                    </a:cubicBezTo>
                    <a:cubicBezTo>
                      <a:pt x="29" y="0"/>
                      <a:pt x="26" y="0"/>
                      <a:pt x="26" y="3"/>
                    </a:cubicBezTo>
                    <a:cubicBezTo>
                      <a:pt x="26" y="5"/>
                      <a:pt x="29" y="5"/>
                      <a:pt x="30" y="5"/>
                    </a:cubicBezTo>
                    <a:cubicBezTo>
                      <a:pt x="39" y="5"/>
                      <a:pt x="40" y="7"/>
                      <a:pt x="41" y="9"/>
                    </a:cubicBezTo>
                    <a:lnTo>
                      <a:pt x="63" y="51"/>
                    </a:lnTo>
                    <a:lnTo>
                      <a:pt x="54" y="59"/>
                    </a:lnTo>
                    <a:cubicBezTo>
                      <a:pt x="51" y="63"/>
                      <a:pt x="44" y="68"/>
                      <a:pt x="41" y="71"/>
                    </a:cubicBezTo>
                    <a:cubicBezTo>
                      <a:pt x="23" y="89"/>
                      <a:pt x="17" y="96"/>
                      <a:pt x="4" y="97"/>
                    </a:cubicBezTo>
                    <a:cubicBezTo>
                      <a:pt x="2" y="97"/>
                      <a:pt x="0" y="97"/>
                      <a:pt x="0" y="100"/>
                    </a:cubicBezTo>
                    <a:cubicBezTo>
                      <a:pt x="0" y="101"/>
                      <a:pt x="1" y="101"/>
                      <a:pt x="2" y="101"/>
                    </a:cubicBezTo>
                    <a:cubicBezTo>
                      <a:pt x="6" y="101"/>
                      <a:pt x="11" y="101"/>
                      <a:pt x="16" y="101"/>
                    </a:cubicBezTo>
                    <a:cubicBezTo>
                      <a:pt x="18" y="101"/>
                      <a:pt x="23" y="101"/>
                      <a:pt x="25" y="101"/>
                    </a:cubicBezTo>
                    <a:cubicBezTo>
                      <a:pt x="28" y="101"/>
                      <a:pt x="31" y="101"/>
                      <a:pt x="33" y="101"/>
                    </a:cubicBezTo>
                    <a:cubicBezTo>
                      <a:pt x="34" y="101"/>
                      <a:pt x="36" y="101"/>
                      <a:pt x="36" y="99"/>
                    </a:cubicBezTo>
                    <a:cubicBezTo>
                      <a:pt x="36" y="97"/>
                      <a:pt x="35" y="97"/>
                      <a:pt x="34" y="97"/>
                    </a:cubicBezTo>
                    <a:cubicBezTo>
                      <a:pt x="32" y="97"/>
                      <a:pt x="29" y="96"/>
                      <a:pt x="29" y="92"/>
                    </a:cubicBezTo>
                    <a:cubicBezTo>
                      <a:pt x="29" y="90"/>
                      <a:pt x="31" y="89"/>
                      <a:pt x="35" y="85"/>
                    </a:cubicBezTo>
                    <a:lnTo>
                      <a:pt x="64" y="55"/>
                    </a:lnTo>
                    <a:lnTo>
                      <a:pt x="82" y="91"/>
                    </a:lnTo>
                    <a:cubicBezTo>
                      <a:pt x="83" y="92"/>
                      <a:pt x="83" y="92"/>
                      <a:pt x="83" y="92"/>
                    </a:cubicBezTo>
                    <a:cubicBezTo>
                      <a:pt x="83" y="93"/>
                      <a:pt x="81" y="96"/>
                      <a:pt x="75" y="97"/>
                    </a:cubicBezTo>
                    <a:cubicBezTo>
                      <a:pt x="74" y="97"/>
                      <a:pt x="72" y="97"/>
                      <a:pt x="72" y="100"/>
                    </a:cubicBezTo>
                    <a:cubicBezTo>
                      <a:pt x="72" y="100"/>
                      <a:pt x="72" y="101"/>
                      <a:pt x="75" y="101"/>
                    </a:cubicBezTo>
                    <a:cubicBezTo>
                      <a:pt x="77" y="101"/>
                      <a:pt x="82" y="101"/>
                      <a:pt x="85" y="101"/>
                    </a:cubicBezTo>
                    <a:cubicBezTo>
                      <a:pt x="88" y="101"/>
                      <a:pt x="91" y="101"/>
                      <a:pt x="95" y="101"/>
                    </a:cubicBezTo>
                    <a:cubicBezTo>
                      <a:pt x="97" y="101"/>
                      <a:pt x="101" y="101"/>
                      <a:pt x="103" y="101"/>
                    </a:cubicBezTo>
                    <a:cubicBezTo>
                      <a:pt x="105" y="101"/>
                      <a:pt x="109" y="101"/>
                      <a:pt x="112" y="101"/>
                    </a:cubicBezTo>
                    <a:cubicBezTo>
                      <a:pt x="112" y="101"/>
                      <a:pt x="115" y="101"/>
                      <a:pt x="115" y="98"/>
                    </a:cubicBezTo>
                    <a:cubicBezTo>
                      <a:pt x="115" y="97"/>
                      <a:pt x="112" y="97"/>
                      <a:pt x="110" y="97"/>
                    </a:cubicBezTo>
                    <a:cubicBezTo>
                      <a:pt x="101" y="97"/>
                      <a:pt x="101" y="95"/>
                      <a:pt x="100" y="92"/>
                    </a:cubicBezTo>
                    <a:lnTo>
                      <a:pt x="75" y="44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08" name="Freeform 116"/>
              <p:cNvSpPr/>
              <p:nvPr/>
            </p:nvSpPr>
            <p:spPr>
              <a:xfrm>
                <a:off x="8581320" y="5383440"/>
                <a:ext cx="15840" cy="25920"/>
              </a:xfrm>
              <a:custGeom>
                <a:avLst/>
                <a:gdLst/>
                <a:ahLst/>
                <a:rect l="0" t="0" r="r" b="b"/>
                <a:pathLst>
                  <a:path w="44" h="72">
                    <a:moveTo>
                      <a:pt x="28" y="4"/>
                    </a:moveTo>
                    <a:cubicBezTo>
                      <a:pt x="28" y="0"/>
                      <a:pt x="27" y="0"/>
                      <a:pt x="23" y="0"/>
                    </a:cubicBezTo>
                    <a:cubicBezTo>
                      <a:pt x="16" y="7"/>
                      <a:pt x="3" y="7"/>
                      <a:pt x="1" y="7"/>
                    </a:cubicBezTo>
                    <a:lnTo>
                      <a:pt x="0" y="7"/>
                    </a:lnTo>
                    <a:lnTo>
                      <a:pt x="0" y="12"/>
                    </a:lnTo>
                    <a:lnTo>
                      <a:pt x="1" y="12"/>
                    </a:lnTo>
                    <a:cubicBezTo>
                      <a:pt x="4" y="12"/>
                      <a:pt x="10" y="11"/>
                      <a:pt x="17" y="9"/>
                    </a:cubicBezTo>
                    <a:lnTo>
                      <a:pt x="17" y="62"/>
                    </a:lnTo>
                    <a:cubicBezTo>
                      <a:pt x="17" y="65"/>
                      <a:pt x="17" y="67"/>
                      <a:pt x="6" y="67"/>
                    </a:cubicBezTo>
                    <a:lnTo>
                      <a:pt x="1" y="67"/>
                    </a:lnTo>
                    <a:lnTo>
                      <a:pt x="1" y="71"/>
                    </a:lnTo>
                    <a:cubicBezTo>
                      <a:pt x="7" y="71"/>
                      <a:pt x="17" y="71"/>
                      <a:pt x="22" y="71"/>
                    </a:cubicBezTo>
                    <a:cubicBezTo>
                      <a:pt x="28" y="71"/>
                      <a:pt x="38" y="71"/>
                      <a:pt x="43" y="71"/>
                    </a:cubicBezTo>
                    <a:lnTo>
                      <a:pt x="43" y="67"/>
                    </a:lnTo>
                    <a:lnTo>
                      <a:pt x="38" y="67"/>
                    </a:lnTo>
                    <a:cubicBezTo>
                      <a:pt x="28" y="67"/>
                      <a:pt x="28" y="65"/>
                      <a:pt x="28" y="62"/>
                    </a:cubicBezTo>
                    <a:lnTo>
                      <a:pt x="28" y="4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09" name="Freeform 117"/>
              <p:cNvSpPr/>
              <p:nvPr/>
            </p:nvSpPr>
            <p:spPr>
              <a:xfrm>
                <a:off x="8609400" y="5386680"/>
                <a:ext cx="34560" cy="39240"/>
              </a:xfrm>
              <a:custGeom>
                <a:avLst/>
                <a:gdLst/>
                <a:ahLst/>
                <a:rect l="0" t="0" r="r" b="b"/>
                <a:pathLst>
                  <a:path w="96" h="109">
                    <a:moveTo>
                      <a:pt x="95" y="2"/>
                    </a:moveTo>
                    <a:cubicBezTo>
                      <a:pt x="95" y="1"/>
                      <a:pt x="94" y="0"/>
                      <a:pt x="93" y="0"/>
                    </a:cubicBezTo>
                    <a:cubicBezTo>
                      <a:pt x="92" y="0"/>
                      <a:pt x="92" y="0"/>
                      <a:pt x="90" y="2"/>
                    </a:cubicBezTo>
                    <a:lnTo>
                      <a:pt x="83" y="10"/>
                    </a:lnTo>
                    <a:cubicBezTo>
                      <a:pt x="77" y="3"/>
                      <a:pt x="68" y="0"/>
                      <a:pt x="59" y="0"/>
                    </a:cubicBezTo>
                    <a:cubicBezTo>
                      <a:pt x="37" y="0"/>
                      <a:pt x="19" y="17"/>
                      <a:pt x="19" y="35"/>
                    </a:cubicBezTo>
                    <a:cubicBezTo>
                      <a:pt x="19" y="36"/>
                      <a:pt x="20" y="43"/>
                      <a:pt x="24" y="47"/>
                    </a:cubicBezTo>
                    <a:cubicBezTo>
                      <a:pt x="29" y="54"/>
                      <a:pt x="35" y="55"/>
                      <a:pt x="44" y="57"/>
                    </a:cubicBezTo>
                    <a:cubicBezTo>
                      <a:pt x="48" y="58"/>
                      <a:pt x="55" y="59"/>
                      <a:pt x="57" y="60"/>
                    </a:cubicBezTo>
                    <a:cubicBezTo>
                      <a:pt x="62" y="61"/>
                      <a:pt x="71" y="64"/>
                      <a:pt x="71" y="76"/>
                    </a:cubicBezTo>
                    <a:cubicBezTo>
                      <a:pt x="71" y="88"/>
                      <a:pt x="59" y="102"/>
                      <a:pt x="41" y="102"/>
                    </a:cubicBezTo>
                    <a:cubicBezTo>
                      <a:pt x="29" y="102"/>
                      <a:pt x="12" y="97"/>
                      <a:pt x="12" y="81"/>
                    </a:cubicBezTo>
                    <a:cubicBezTo>
                      <a:pt x="12" y="79"/>
                      <a:pt x="13" y="76"/>
                      <a:pt x="14" y="73"/>
                    </a:cubicBezTo>
                    <a:lnTo>
                      <a:pt x="14" y="73"/>
                    </a:lnTo>
                    <a:cubicBezTo>
                      <a:pt x="14" y="70"/>
                      <a:pt x="12" y="70"/>
                      <a:pt x="11" y="70"/>
                    </a:cubicBezTo>
                    <a:cubicBezTo>
                      <a:pt x="9" y="70"/>
                      <a:pt x="9" y="71"/>
                      <a:pt x="9" y="73"/>
                    </a:cubicBezTo>
                    <a:lnTo>
                      <a:pt x="1" y="103"/>
                    </a:lnTo>
                    <a:cubicBezTo>
                      <a:pt x="1" y="104"/>
                      <a:pt x="0" y="104"/>
                      <a:pt x="0" y="106"/>
                    </a:cubicBezTo>
                    <a:cubicBezTo>
                      <a:pt x="0" y="106"/>
                      <a:pt x="1" y="108"/>
                      <a:pt x="2" y="108"/>
                    </a:cubicBezTo>
                    <a:cubicBezTo>
                      <a:pt x="3" y="108"/>
                      <a:pt x="3" y="108"/>
                      <a:pt x="5" y="105"/>
                    </a:cubicBezTo>
                    <a:cubicBezTo>
                      <a:pt x="7" y="103"/>
                      <a:pt x="10" y="99"/>
                      <a:pt x="12" y="97"/>
                    </a:cubicBezTo>
                    <a:cubicBezTo>
                      <a:pt x="21" y="106"/>
                      <a:pt x="32" y="108"/>
                      <a:pt x="40" y="108"/>
                    </a:cubicBezTo>
                    <a:cubicBezTo>
                      <a:pt x="64" y="108"/>
                      <a:pt x="82" y="88"/>
                      <a:pt x="82" y="70"/>
                    </a:cubicBezTo>
                    <a:cubicBezTo>
                      <a:pt x="82" y="64"/>
                      <a:pt x="79" y="58"/>
                      <a:pt x="76" y="55"/>
                    </a:cubicBezTo>
                    <a:cubicBezTo>
                      <a:pt x="71" y="49"/>
                      <a:pt x="68" y="49"/>
                      <a:pt x="49" y="43"/>
                    </a:cubicBezTo>
                    <a:cubicBezTo>
                      <a:pt x="46" y="43"/>
                      <a:pt x="40" y="43"/>
                      <a:pt x="40" y="42"/>
                    </a:cubicBezTo>
                    <a:cubicBezTo>
                      <a:pt x="36" y="40"/>
                      <a:pt x="29" y="36"/>
                      <a:pt x="29" y="28"/>
                    </a:cubicBezTo>
                    <a:cubicBezTo>
                      <a:pt x="29" y="17"/>
                      <a:pt x="43" y="4"/>
                      <a:pt x="59" y="4"/>
                    </a:cubicBezTo>
                    <a:cubicBezTo>
                      <a:pt x="75" y="4"/>
                      <a:pt x="82" y="13"/>
                      <a:pt x="82" y="28"/>
                    </a:cubicBezTo>
                    <a:cubicBezTo>
                      <a:pt x="82" y="29"/>
                      <a:pt x="82" y="33"/>
                      <a:pt x="82" y="35"/>
                    </a:cubicBezTo>
                    <a:cubicBezTo>
                      <a:pt x="82" y="36"/>
                      <a:pt x="83" y="36"/>
                      <a:pt x="84" y="36"/>
                    </a:cubicBezTo>
                    <a:cubicBezTo>
                      <a:pt x="87" y="36"/>
                      <a:pt x="87" y="36"/>
                      <a:pt x="87" y="33"/>
                    </a:cubicBezTo>
                    <a:lnTo>
                      <a:pt x="95" y="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10" name="Freeform 118"/>
              <p:cNvSpPr/>
              <p:nvPr/>
            </p:nvSpPr>
            <p:spPr>
              <a:xfrm>
                <a:off x="8649360" y="5383440"/>
                <a:ext cx="19080" cy="25920"/>
              </a:xfrm>
              <a:custGeom>
                <a:avLst/>
                <a:gdLst/>
                <a:ahLst/>
                <a:rect l="0" t="0" r="r" b="b"/>
                <a:pathLst>
                  <a:path w="53" h="72">
                    <a:moveTo>
                      <a:pt x="52" y="51"/>
                    </a:moveTo>
                    <a:lnTo>
                      <a:pt x="49" y="51"/>
                    </a:lnTo>
                    <a:cubicBezTo>
                      <a:pt x="48" y="52"/>
                      <a:pt x="47" y="59"/>
                      <a:pt x="45" y="61"/>
                    </a:cubicBezTo>
                    <a:cubicBezTo>
                      <a:pt x="44" y="61"/>
                      <a:pt x="36" y="61"/>
                      <a:pt x="35" y="61"/>
                    </a:cubicBezTo>
                    <a:lnTo>
                      <a:pt x="13" y="61"/>
                    </a:lnTo>
                    <a:cubicBezTo>
                      <a:pt x="20" y="56"/>
                      <a:pt x="28" y="50"/>
                      <a:pt x="35" y="45"/>
                    </a:cubicBezTo>
                    <a:cubicBezTo>
                      <a:pt x="43" y="39"/>
                      <a:pt x="52" y="33"/>
                      <a:pt x="52" y="21"/>
                    </a:cubicBezTo>
                    <a:cubicBezTo>
                      <a:pt x="52" y="8"/>
                      <a:pt x="40" y="0"/>
                      <a:pt x="24" y="0"/>
                    </a:cubicBezTo>
                    <a:cubicBezTo>
                      <a:pt x="10" y="0"/>
                      <a:pt x="0" y="9"/>
                      <a:pt x="0" y="19"/>
                    </a:cubicBezTo>
                    <a:cubicBezTo>
                      <a:pt x="0" y="25"/>
                      <a:pt x="4" y="25"/>
                      <a:pt x="6" y="25"/>
                    </a:cubicBezTo>
                    <a:cubicBezTo>
                      <a:pt x="9" y="25"/>
                      <a:pt x="12" y="24"/>
                      <a:pt x="12" y="19"/>
                    </a:cubicBezTo>
                    <a:cubicBezTo>
                      <a:pt x="12" y="16"/>
                      <a:pt x="9" y="14"/>
                      <a:pt x="6" y="13"/>
                    </a:cubicBezTo>
                    <a:cubicBezTo>
                      <a:pt x="9" y="8"/>
                      <a:pt x="16" y="5"/>
                      <a:pt x="23" y="5"/>
                    </a:cubicBezTo>
                    <a:cubicBezTo>
                      <a:pt x="33" y="5"/>
                      <a:pt x="42" y="11"/>
                      <a:pt x="42" y="21"/>
                    </a:cubicBezTo>
                    <a:cubicBezTo>
                      <a:pt x="42" y="31"/>
                      <a:pt x="36" y="37"/>
                      <a:pt x="28" y="44"/>
                    </a:cubicBezTo>
                    <a:lnTo>
                      <a:pt x="2" y="67"/>
                    </a:lnTo>
                    <a:cubicBezTo>
                      <a:pt x="0" y="68"/>
                      <a:pt x="0" y="68"/>
                      <a:pt x="0" y="68"/>
                    </a:cubicBezTo>
                    <a:lnTo>
                      <a:pt x="0" y="71"/>
                    </a:lnTo>
                    <a:lnTo>
                      <a:pt x="49" y="71"/>
                    </a:lnTo>
                    <a:lnTo>
                      <a:pt x="52" y="51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211" name="Group 119"/>
            <p:cNvGrpSpPr/>
            <p:nvPr/>
          </p:nvGrpSpPr>
          <p:grpSpPr>
            <a:xfrm>
              <a:off x="7587000" y="5121000"/>
              <a:ext cx="119880" cy="87120"/>
              <a:chOff x="7587000" y="5121000"/>
              <a:chExt cx="119880" cy="87120"/>
            </a:xfrm>
          </p:grpSpPr>
          <p:sp>
            <p:nvSpPr>
              <p:cNvPr id="212" name="Freeform 120"/>
              <p:cNvSpPr/>
              <p:nvPr/>
            </p:nvSpPr>
            <p:spPr>
              <a:xfrm>
                <a:off x="7587000" y="5155200"/>
                <a:ext cx="41760" cy="34200"/>
              </a:xfrm>
              <a:custGeom>
                <a:avLst/>
                <a:gdLst/>
                <a:ahLst/>
                <a:rect l="0" t="0" r="r" b="b"/>
                <a:pathLst>
                  <a:path w="116" h="95">
                    <a:moveTo>
                      <a:pt x="50" y="13"/>
                    </a:moveTo>
                    <a:lnTo>
                      <a:pt x="75" y="13"/>
                    </a:lnTo>
                    <a:cubicBezTo>
                      <a:pt x="67" y="44"/>
                      <a:pt x="65" y="53"/>
                      <a:pt x="65" y="67"/>
                    </a:cubicBezTo>
                    <a:cubicBezTo>
                      <a:pt x="65" y="70"/>
                      <a:pt x="65" y="77"/>
                      <a:pt x="67" y="83"/>
                    </a:cubicBezTo>
                    <a:cubicBezTo>
                      <a:pt x="69" y="93"/>
                      <a:pt x="71" y="94"/>
                      <a:pt x="75" y="94"/>
                    </a:cubicBezTo>
                    <a:cubicBezTo>
                      <a:pt x="79" y="94"/>
                      <a:pt x="83" y="90"/>
                      <a:pt x="83" y="86"/>
                    </a:cubicBezTo>
                    <a:cubicBezTo>
                      <a:pt x="83" y="85"/>
                      <a:pt x="83" y="84"/>
                      <a:pt x="82" y="82"/>
                    </a:cubicBezTo>
                    <a:cubicBezTo>
                      <a:pt x="76" y="66"/>
                      <a:pt x="76" y="52"/>
                      <a:pt x="76" y="46"/>
                    </a:cubicBezTo>
                    <a:cubicBezTo>
                      <a:pt x="76" y="35"/>
                      <a:pt x="77" y="23"/>
                      <a:pt x="80" y="13"/>
                    </a:cubicBezTo>
                    <a:lnTo>
                      <a:pt x="104" y="13"/>
                    </a:lnTo>
                    <a:cubicBezTo>
                      <a:pt x="107" y="13"/>
                      <a:pt x="115" y="13"/>
                      <a:pt x="115" y="5"/>
                    </a:cubicBezTo>
                    <a:cubicBezTo>
                      <a:pt x="115" y="0"/>
                      <a:pt x="110" y="0"/>
                      <a:pt x="106" y="0"/>
                    </a:cubicBezTo>
                    <a:lnTo>
                      <a:pt x="35" y="0"/>
                    </a:lnTo>
                    <a:cubicBezTo>
                      <a:pt x="30" y="0"/>
                      <a:pt x="23" y="0"/>
                      <a:pt x="13" y="10"/>
                    </a:cubicBezTo>
                    <a:cubicBezTo>
                      <a:pt x="5" y="18"/>
                      <a:pt x="0" y="28"/>
                      <a:pt x="0" y="28"/>
                    </a:cubicBezTo>
                    <a:cubicBezTo>
                      <a:pt x="0" y="29"/>
                      <a:pt x="0" y="32"/>
                      <a:pt x="2" y="32"/>
                    </a:cubicBezTo>
                    <a:cubicBezTo>
                      <a:pt x="4" y="32"/>
                      <a:pt x="4" y="30"/>
                      <a:pt x="5" y="28"/>
                    </a:cubicBezTo>
                    <a:cubicBezTo>
                      <a:pt x="17" y="13"/>
                      <a:pt x="28" y="13"/>
                      <a:pt x="32" y="13"/>
                    </a:cubicBezTo>
                    <a:lnTo>
                      <a:pt x="45" y="13"/>
                    </a:lnTo>
                    <a:cubicBezTo>
                      <a:pt x="38" y="37"/>
                      <a:pt x="27" y="63"/>
                      <a:pt x="17" y="83"/>
                    </a:cubicBezTo>
                    <a:cubicBezTo>
                      <a:pt x="17" y="86"/>
                      <a:pt x="17" y="87"/>
                      <a:pt x="17" y="89"/>
                    </a:cubicBezTo>
                    <a:cubicBezTo>
                      <a:pt x="17" y="93"/>
                      <a:pt x="19" y="94"/>
                      <a:pt x="23" y="94"/>
                    </a:cubicBezTo>
                    <a:cubicBezTo>
                      <a:pt x="28" y="94"/>
                      <a:pt x="30" y="89"/>
                      <a:pt x="32" y="80"/>
                    </a:cubicBezTo>
                    <a:cubicBezTo>
                      <a:pt x="36" y="70"/>
                      <a:pt x="36" y="70"/>
                      <a:pt x="38" y="59"/>
                    </a:cubicBezTo>
                    <a:lnTo>
                      <a:pt x="50" y="13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13" name="Freeform 121"/>
              <p:cNvSpPr/>
              <p:nvPr/>
            </p:nvSpPr>
            <p:spPr>
              <a:xfrm>
                <a:off x="7637040" y="5121000"/>
                <a:ext cx="20160" cy="36000"/>
              </a:xfrm>
              <a:custGeom>
                <a:avLst/>
                <a:gdLst/>
                <a:ahLst/>
                <a:rect l="0" t="0" r="r" b="b"/>
                <a:pathLst>
                  <a:path w="56" h="100">
                    <a:moveTo>
                      <a:pt x="33" y="5"/>
                    </a:moveTo>
                    <a:cubicBezTo>
                      <a:pt x="33" y="0"/>
                      <a:pt x="33" y="0"/>
                      <a:pt x="29" y="0"/>
                    </a:cubicBezTo>
                    <a:cubicBezTo>
                      <a:pt x="19" y="10"/>
                      <a:pt x="6" y="10"/>
                      <a:pt x="0" y="10"/>
                    </a:cubicBezTo>
                    <a:lnTo>
                      <a:pt x="0" y="16"/>
                    </a:lnTo>
                    <a:cubicBezTo>
                      <a:pt x="3" y="16"/>
                      <a:pt x="13" y="16"/>
                      <a:pt x="21" y="11"/>
                    </a:cubicBezTo>
                    <a:lnTo>
                      <a:pt x="21" y="87"/>
                    </a:lnTo>
                    <a:cubicBezTo>
                      <a:pt x="21" y="92"/>
                      <a:pt x="21" y="94"/>
                      <a:pt x="7" y="94"/>
                    </a:cubicBezTo>
                    <a:lnTo>
                      <a:pt x="1" y="94"/>
                    </a:lnTo>
                    <a:lnTo>
                      <a:pt x="1" y="99"/>
                    </a:lnTo>
                    <a:cubicBezTo>
                      <a:pt x="3" y="99"/>
                      <a:pt x="22" y="98"/>
                      <a:pt x="28" y="98"/>
                    </a:cubicBezTo>
                    <a:cubicBezTo>
                      <a:pt x="32" y="98"/>
                      <a:pt x="51" y="99"/>
                      <a:pt x="55" y="99"/>
                    </a:cubicBezTo>
                    <a:lnTo>
                      <a:pt x="55" y="94"/>
                    </a:lnTo>
                    <a:lnTo>
                      <a:pt x="48" y="94"/>
                    </a:lnTo>
                    <a:cubicBezTo>
                      <a:pt x="33" y="94"/>
                      <a:pt x="33" y="92"/>
                      <a:pt x="33" y="87"/>
                    </a:cubicBezTo>
                    <a:lnTo>
                      <a:pt x="33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14" name="Freeform 122"/>
              <p:cNvSpPr/>
              <p:nvPr/>
            </p:nvSpPr>
            <p:spPr>
              <a:xfrm>
                <a:off x="7632000" y="5169240"/>
                <a:ext cx="34560" cy="39240"/>
              </a:xfrm>
              <a:custGeom>
                <a:avLst/>
                <a:gdLst/>
                <a:ahLst/>
                <a:rect l="0" t="0" r="r" b="b"/>
                <a:pathLst>
                  <a:path w="96" h="109">
                    <a:moveTo>
                      <a:pt x="95" y="2"/>
                    </a:moveTo>
                    <a:cubicBezTo>
                      <a:pt x="95" y="2"/>
                      <a:pt x="94" y="0"/>
                      <a:pt x="93" y="0"/>
                    </a:cubicBezTo>
                    <a:cubicBezTo>
                      <a:pt x="92" y="0"/>
                      <a:pt x="92" y="0"/>
                      <a:pt x="90" y="2"/>
                    </a:cubicBezTo>
                    <a:lnTo>
                      <a:pt x="83" y="10"/>
                    </a:lnTo>
                    <a:cubicBezTo>
                      <a:pt x="77" y="3"/>
                      <a:pt x="68" y="0"/>
                      <a:pt x="59" y="0"/>
                    </a:cubicBezTo>
                    <a:cubicBezTo>
                      <a:pt x="37" y="0"/>
                      <a:pt x="19" y="17"/>
                      <a:pt x="19" y="35"/>
                    </a:cubicBezTo>
                    <a:cubicBezTo>
                      <a:pt x="19" y="36"/>
                      <a:pt x="20" y="43"/>
                      <a:pt x="24" y="48"/>
                    </a:cubicBezTo>
                    <a:cubicBezTo>
                      <a:pt x="29" y="54"/>
                      <a:pt x="35" y="55"/>
                      <a:pt x="44" y="57"/>
                    </a:cubicBezTo>
                    <a:cubicBezTo>
                      <a:pt x="48" y="59"/>
                      <a:pt x="56" y="60"/>
                      <a:pt x="57" y="61"/>
                    </a:cubicBezTo>
                    <a:cubicBezTo>
                      <a:pt x="62" y="62"/>
                      <a:pt x="71" y="65"/>
                      <a:pt x="71" y="77"/>
                    </a:cubicBezTo>
                    <a:cubicBezTo>
                      <a:pt x="71" y="89"/>
                      <a:pt x="59" y="102"/>
                      <a:pt x="41" y="102"/>
                    </a:cubicBezTo>
                    <a:cubicBezTo>
                      <a:pt x="29" y="102"/>
                      <a:pt x="12" y="97"/>
                      <a:pt x="12" y="81"/>
                    </a:cubicBezTo>
                    <a:cubicBezTo>
                      <a:pt x="12" y="80"/>
                      <a:pt x="13" y="77"/>
                      <a:pt x="14" y="74"/>
                    </a:cubicBezTo>
                    <a:lnTo>
                      <a:pt x="14" y="73"/>
                    </a:lnTo>
                    <a:cubicBezTo>
                      <a:pt x="14" y="71"/>
                      <a:pt x="12" y="71"/>
                      <a:pt x="11" y="71"/>
                    </a:cubicBezTo>
                    <a:cubicBezTo>
                      <a:pt x="9" y="71"/>
                      <a:pt x="9" y="71"/>
                      <a:pt x="9" y="74"/>
                    </a:cubicBezTo>
                    <a:lnTo>
                      <a:pt x="1" y="104"/>
                    </a:lnTo>
                    <a:cubicBezTo>
                      <a:pt x="1" y="104"/>
                      <a:pt x="0" y="105"/>
                      <a:pt x="0" y="106"/>
                    </a:cubicBezTo>
                    <a:cubicBezTo>
                      <a:pt x="0" y="107"/>
                      <a:pt x="1" y="108"/>
                      <a:pt x="2" y="108"/>
                    </a:cubicBezTo>
                    <a:cubicBezTo>
                      <a:pt x="3" y="108"/>
                      <a:pt x="3" y="108"/>
                      <a:pt x="5" y="106"/>
                    </a:cubicBezTo>
                    <a:cubicBezTo>
                      <a:pt x="7" y="104"/>
                      <a:pt x="10" y="99"/>
                      <a:pt x="12" y="97"/>
                    </a:cubicBezTo>
                    <a:cubicBezTo>
                      <a:pt x="21" y="106"/>
                      <a:pt x="32" y="108"/>
                      <a:pt x="40" y="108"/>
                    </a:cubicBezTo>
                    <a:cubicBezTo>
                      <a:pt x="64" y="108"/>
                      <a:pt x="82" y="89"/>
                      <a:pt x="82" y="71"/>
                    </a:cubicBezTo>
                    <a:cubicBezTo>
                      <a:pt x="82" y="64"/>
                      <a:pt x="79" y="59"/>
                      <a:pt x="76" y="55"/>
                    </a:cubicBezTo>
                    <a:cubicBezTo>
                      <a:pt x="71" y="50"/>
                      <a:pt x="68" y="49"/>
                      <a:pt x="49" y="44"/>
                    </a:cubicBezTo>
                    <a:cubicBezTo>
                      <a:pt x="46" y="44"/>
                      <a:pt x="40" y="43"/>
                      <a:pt x="40" y="42"/>
                    </a:cubicBezTo>
                    <a:cubicBezTo>
                      <a:pt x="36" y="40"/>
                      <a:pt x="30" y="37"/>
                      <a:pt x="30" y="29"/>
                    </a:cubicBezTo>
                    <a:cubicBezTo>
                      <a:pt x="30" y="17"/>
                      <a:pt x="43" y="5"/>
                      <a:pt x="59" y="5"/>
                    </a:cubicBezTo>
                    <a:cubicBezTo>
                      <a:pt x="75" y="5"/>
                      <a:pt x="82" y="14"/>
                      <a:pt x="82" y="29"/>
                    </a:cubicBezTo>
                    <a:cubicBezTo>
                      <a:pt x="82" y="30"/>
                      <a:pt x="82" y="33"/>
                      <a:pt x="82" y="35"/>
                    </a:cubicBezTo>
                    <a:cubicBezTo>
                      <a:pt x="82" y="37"/>
                      <a:pt x="83" y="37"/>
                      <a:pt x="84" y="37"/>
                    </a:cubicBezTo>
                    <a:cubicBezTo>
                      <a:pt x="87" y="37"/>
                      <a:pt x="87" y="36"/>
                      <a:pt x="87" y="34"/>
                    </a:cubicBezTo>
                    <a:lnTo>
                      <a:pt x="95" y="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15" name="Freeform 123"/>
              <p:cNvSpPr/>
              <p:nvPr/>
            </p:nvSpPr>
            <p:spPr>
              <a:xfrm>
                <a:off x="7672680" y="5169240"/>
                <a:ext cx="34560" cy="39240"/>
              </a:xfrm>
              <a:custGeom>
                <a:avLst/>
                <a:gdLst/>
                <a:ahLst/>
                <a:rect l="0" t="0" r="r" b="b"/>
                <a:pathLst>
                  <a:path w="96" h="109">
                    <a:moveTo>
                      <a:pt x="95" y="2"/>
                    </a:moveTo>
                    <a:cubicBezTo>
                      <a:pt x="95" y="2"/>
                      <a:pt x="94" y="0"/>
                      <a:pt x="93" y="0"/>
                    </a:cubicBezTo>
                    <a:cubicBezTo>
                      <a:pt x="92" y="0"/>
                      <a:pt x="92" y="0"/>
                      <a:pt x="90" y="2"/>
                    </a:cubicBezTo>
                    <a:lnTo>
                      <a:pt x="83" y="10"/>
                    </a:lnTo>
                    <a:cubicBezTo>
                      <a:pt x="77" y="3"/>
                      <a:pt x="68" y="0"/>
                      <a:pt x="59" y="0"/>
                    </a:cubicBezTo>
                    <a:cubicBezTo>
                      <a:pt x="37" y="0"/>
                      <a:pt x="19" y="17"/>
                      <a:pt x="19" y="35"/>
                    </a:cubicBezTo>
                    <a:cubicBezTo>
                      <a:pt x="19" y="36"/>
                      <a:pt x="20" y="43"/>
                      <a:pt x="24" y="48"/>
                    </a:cubicBezTo>
                    <a:cubicBezTo>
                      <a:pt x="29" y="54"/>
                      <a:pt x="35" y="55"/>
                      <a:pt x="44" y="57"/>
                    </a:cubicBezTo>
                    <a:cubicBezTo>
                      <a:pt x="48" y="59"/>
                      <a:pt x="55" y="60"/>
                      <a:pt x="57" y="61"/>
                    </a:cubicBezTo>
                    <a:cubicBezTo>
                      <a:pt x="62" y="62"/>
                      <a:pt x="71" y="65"/>
                      <a:pt x="71" y="77"/>
                    </a:cubicBezTo>
                    <a:cubicBezTo>
                      <a:pt x="71" y="89"/>
                      <a:pt x="59" y="102"/>
                      <a:pt x="41" y="102"/>
                    </a:cubicBezTo>
                    <a:cubicBezTo>
                      <a:pt x="29" y="102"/>
                      <a:pt x="12" y="97"/>
                      <a:pt x="12" y="81"/>
                    </a:cubicBezTo>
                    <a:cubicBezTo>
                      <a:pt x="12" y="80"/>
                      <a:pt x="13" y="77"/>
                      <a:pt x="14" y="74"/>
                    </a:cubicBezTo>
                    <a:lnTo>
                      <a:pt x="14" y="73"/>
                    </a:lnTo>
                    <a:cubicBezTo>
                      <a:pt x="14" y="71"/>
                      <a:pt x="12" y="71"/>
                      <a:pt x="11" y="71"/>
                    </a:cubicBezTo>
                    <a:cubicBezTo>
                      <a:pt x="9" y="71"/>
                      <a:pt x="9" y="71"/>
                      <a:pt x="9" y="74"/>
                    </a:cubicBezTo>
                    <a:lnTo>
                      <a:pt x="1" y="104"/>
                    </a:lnTo>
                    <a:cubicBezTo>
                      <a:pt x="1" y="104"/>
                      <a:pt x="0" y="105"/>
                      <a:pt x="0" y="106"/>
                    </a:cubicBezTo>
                    <a:cubicBezTo>
                      <a:pt x="0" y="107"/>
                      <a:pt x="1" y="108"/>
                      <a:pt x="2" y="108"/>
                    </a:cubicBezTo>
                    <a:cubicBezTo>
                      <a:pt x="3" y="108"/>
                      <a:pt x="3" y="108"/>
                      <a:pt x="5" y="106"/>
                    </a:cubicBezTo>
                    <a:cubicBezTo>
                      <a:pt x="7" y="104"/>
                      <a:pt x="10" y="99"/>
                      <a:pt x="12" y="97"/>
                    </a:cubicBezTo>
                    <a:cubicBezTo>
                      <a:pt x="21" y="106"/>
                      <a:pt x="32" y="108"/>
                      <a:pt x="40" y="108"/>
                    </a:cubicBezTo>
                    <a:cubicBezTo>
                      <a:pt x="64" y="108"/>
                      <a:pt x="82" y="89"/>
                      <a:pt x="82" y="71"/>
                    </a:cubicBezTo>
                    <a:cubicBezTo>
                      <a:pt x="82" y="64"/>
                      <a:pt x="79" y="59"/>
                      <a:pt x="76" y="55"/>
                    </a:cubicBezTo>
                    <a:cubicBezTo>
                      <a:pt x="71" y="50"/>
                      <a:pt x="68" y="49"/>
                      <a:pt x="49" y="44"/>
                    </a:cubicBezTo>
                    <a:cubicBezTo>
                      <a:pt x="46" y="44"/>
                      <a:pt x="40" y="43"/>
                      <a:pt x="40" y="42"/>
                    </a:cubicBezTo>
                    <a:cubicBezTo>
                      <a:pt x="36" y="40"/>
                      <a:pt x="29" y="37"/>
                      <a:pt x="29" y="29"/>
                    </a:cubicBezTo>
                    <a:cubicBezTo>
                      <a:pt x="29" y="17"/>
                      <a:pt x="43" y="5"/>
                      <a:pt x="59" y="5"/>
                    </a:cubicBezTo>
                    <a:cubicBezTo>
                      <a:pt x="74" y="5"/>
                      <a:pt x="82" y="14"/>
                      <a:pt x="82" y="29"/>
                    </a:cubicBezTo>
                    <a:cubicBezTo>
                      <a:pt x="82" y="30"/>
                      <a:pt x="82" y="33"/>
                      <a:pt x="82" y="35"/>
                    </a:cubicBezTo>
                    <a:cubicBezTo>
                      <a:pt x="82" y="37"/>
                      <a:pt x="83" y="37"/>
                      <a:pt x="84" y="37"/>
                    </a:cubicBezTo>
                    <a:cubicBezTo>
                      <a:pt x="87" y="37"/>
                      <a:pt x="87" y="36"/>
                      <a:pt x="87" y="34"/>
                    </a:cubicBezTo>
                    <a:lnTo>
                      <a:pt x="95" y="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216" name="Group 124"/>
            <p:cNvGrpSpPr/>
            <p:nvPr/>
          </p:nvGrpSpPr>
          <p:grpSpPr>
            <a:xfrm>
              <a:off x="7587000" y="5515560"/>
              <a:ext cx="145080" cy="85680"/>
              <a:chOff x="7587000" y="5515560"/>
              <a:chExt cx="145080" cy="85680"/>
            </a:xfrm>
          </p:grpSpPr>
          <p:sp>
            <p:nvSpPr>
              <p:cNvPr id="217" name="Freeform 125"/>
              <p:cNvSpPr/>
              <p:nvPr/>
            </p:nvSpPr>
            <p:spPr>
              <a:xfrm>
                <a:off x="7587000" y="5549040"/>
                <a:ext cx="41760" cy="34200"/>
              </a:xfrm>
              <a:custGeom>
                <a:avLst/>
                <a:gdLst/>
                <a:ahLst/>
                <a:rect l="0" t="0" r="r" b="b"/>
                <a:pathLst>
                  <a:path w="116" h="95">
                    <a:moveTo>
                      <a:pt x="50" y="13"/>
                    </a:moveTo>
                    <a:lnTo>
                      <a:pt x="74" y="13"/>
                    </a:lnTo>
                    <a:cubicBezTo>
                      <a:pt x="67" y="44"/>
                      <a:pt x="65" y="53"/>
                      <a:pt x="65" y="68"/>
                    </a:cubicBezTo>
                    <a:cubicBezTo>
                      <a:pt x="65" y="71"/>
                      <a:pt x="65" y="77"/>
                      <a:pt x="67" y="84"/>
                    </a:cubicBezTo>
                    <a:cubicBezTo>
                      <a:pt x="69" y="94"/>
                      <a:pt x="71" y="94"/>
                      <a:pt x="75" y="94"/>
                    </a:cubicBezTo>
                    <a:cubicBezTo>
                      <a:pt x="79" y="94"/>
                      <a:pt x="83" y="90"/>
                      <a:pt x="83" y="86"/>
                    </a:cubicBezTo>
                    <a:cubicBezTo>
                      <a:pt x="83" y="85"/>
                      <a:pt x="83" y="85"/>
                      <a:pt x="82" y="82"/>
                    </a:cubicBezTo>
                    <a:cubicBezTo>
                      <a:pt x="76" y="66"/>
                      <a:pt x="76" y="52"/>
                      <a:pt x="76" y="47"/>
                    </a:cubicBezTo>
                    <a:cubicBezTo>
                      <a:pt x="76" y="35"/>
                      <a:pt x="77" y="24"/>
                      <a:pt x="80" y="13"/>
                    </a:cubicBezTo>
                    <a:lnTo>
                      <a:pt x="104" y="13"/>
                    </a:lnTo>
                    <a:cubicBezTo>
                      <a:pt x="106" y="13"/>
                      <a:pt x="115" y="13"/>
                      <a:pt x="115" y="5"/>
                    </a:cubicBezTo>
                    <a:cubicBezTo>
                      <a:pt x="115" y="0"/>
                      <a:pt x="110" y="0"/>
                      <a:pt x="106" y="0"/>
                    </a:cubicBezTo>
                    <a:lnTo>
                      <a:pt x="35" y="0"/>
                    </a:lnTo>
                    <a:cubicBezTo>
                      <a:pt x="30" y="0"/>
                      <a:pt x="22" y="0"/>
                      <a:pt x="13" y="11"/>
                    </a:cubicBezTo>
                    <a:cubicBezTo>
                      <a:pt x="5" y="19"/>
                      <a:pt x="0" y="29"/>
                      <a:pt x="0" y="29"/>
                    </a:cubicBezTo>
                    <a:cubicBezTo>
                      <a:pt x="0" y="30"/>
                      <a:pt x="0" y="32"/>
                      <a:pt x="2" y="32"/>
                    </a:cubicBezTo>
                    <a:cubicBezTo>
                      <a:pt x="4" y="32"/>
                      <a:pt x="4" y="31"/>
                      <a:pt x="5" y="29"/>
                    </a:cubicBezTo>
                    <a:cubicBezTo>
                      <a:pt x="17" y="13"/>
                      <a:pt x="28" y="13"/>
                      <a:pt x="32" y="13"/>
                    </a:cubicBezTo>
                    <a:lnTo>
                      <a:pt x="45" y="13"/>
                    </a:lnTo>
                    <a:cubicBezTo>
                      <a:pt x="37" y="38"/>
                      <a:pt x="27" y="64"/>
                      <a:pt x="17" y="84"/>
                    </a:cubicBezTo>
                    <a:cubicBezTo>
                      <a:pt x="17" y="86"/>
                      <a:pt x="17" y="87"/>
                      <a:pt x="17" y="89"/>
                    </a:cubicBezTo>
                    <a:cubicBezTo>
                      <a:pt x="17" y="93"/>
                      <a:pt x="19" y="94"/>
                      <a:pt x="22" y="94"/>
                    </a:cubicBezTo>
                    <a:cubicBezTo>
                      <a:pt x="28" y="94"/>
                      <a:pt x="30" y="89"/>
                      <a:pt x="32" y="80"/>
                    </a:cubicBezTo>
                    <a:cubicBezTo>
                      <a:pt x="36" y="71"/>
                      <a:pt x="36" y="71"/>
                      <a:pt x="38" y="59"/>
                    </a:cubicBezTo>
                    <a:lnTo>
                      <a:pt x="50" y="13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18" name="Freeform 126"/>
              <p:cNvSpPr/>
              <p:nvPr/>
            </p:nvSpPr>
            <p:spPr>
              <a:xfrm>
                <a:off x="7637040" y="5515560"/>
                <a:ext cx="19800" cy="35640"/>
              </a:xfrm>
              <a:custGeom>
                <a:avLst/>
                <a:gdLst/>
                <a:ahLst/>
                <a:rect l="0" t="0" r="r" b="b"/>
                <a:pathLst>
                  <a:path w="55" h="99">
                    <a:moveTo>
                      <a:pt x="33" y="5"/>
                    </a:moveTo>
                    <a:cubicBezTo>
                      <a:pt x="33" y="0"/>
                      <a:pt x="33" y="0"/>
                      <a:pt x="29" y="0"/>
                    </a:cubicBezTo>
                    <a:cubicBezTo>
                      <a:pt x="19" y="10"/>
                      <a:pt x="6" y="10"/>
                      <a:pt x="0" y="10"/>
                    </a:cubicBezTo>
                    <a:lnTo>
                      <a:pt x="0" y="15"/>
                    </a:lnTo>
                    <a:cubicBezTo>
                      <a:pt x="3" y="15"/>
                      <a:pt x="13" y="15"/>
                      <a:pt x="21" y="10"/>
                    </a:cubicBezTo>
                    <a:lnTo>
                      <a:pt x="21" y="86"/>
                    </a:lnTo>
                    <a:cubicBezTo>
                      <a:pt x="21" y="91"/>
                      <a:pt x="21" y="93"/>
                      <a:pt x="7" y="93"/>
                    </a:cubicBezTo>
                    <a:lnTo>
                      <a:pt x="1" y="93"/>
                    </a:lnTo>
                    <a:lnTo>
                      <a:pt x="1" y="98"/>
                    </a:lnTo>
                    <a:cubicBezTo>
                      <a:pt x="3" y="98"/>
                      <a:pt x="22" y="98"/>
                      <a:pt x="28" y="98"/>
                    </a:cubicBezTo>
                    <a:cubicBezTo>
                      <a:pt x="32" y="98"/>
                      <a:pt x="51" y="98"/>
                      <a:pt x="54" y="98"/>
                    </a:cubicBezTo>
                    <a:lnTo>
                      <a:pt x="54" y="93"/>
                    </a:lnTo>
                    <a:lnTo>
                      <a:pt x="48" y="93"/>
                    </a:lnTo>
                    <a:cubicBezTo>
                      <a:pt x="33" y="93"/>
                      <a:pt x="33" y="91"/>
                      <a:pt x="33" y="86"/>
                    </a:cubicBezTo>
                    <a:lnTo>
                      <a:pt x="33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19" name="Freeform 127"/>
              <p:cNvSpPr/>
              <p:nvPr/>
            </p:nvSpPr>
            <p:spPr>
              <a:xfrm>
                <a:off x="7630920" y="5564880"/>
                <a:ext cx="47520" cy="36720"/>
              </a:xfrm>
              <a:custGeom>
                <a:avLst/>
                <a:gdLst/>
                <a:ahLst/>
                <a:rect l="0" t="0" r="r" b="b"/>
                <a:pathLst>
                  <a:path w="132" h="102">
                    <a:moveTo>
                      <a:pt x="76" y="44"/>
                    </a:moveTo>
                    <a:lnTo>
                      <a:pt x="90" y="31"/>
                    </a:lnTo>
                    <a:cubicBezTo>
                      <a:pt x="109" y="12"/>
                      <a:pt x="114" y="6"/>
                      <a:pt x="128" y="5"/>
                    </a:cubicBezTo>
                    <a:cubicBezTo>
                      <a:pt x="130" y="5"/>
                      <a:pt x="131" y="5"/>
                      <a:pt x="131" y="2"/>
                    </a:cubicBezTo>
                    <a:cubicBezTo>
                      <a:pt x="131" y="0"/>
                      <a:pt x="130" y="0"/>
                      <a:pt x="130" y="0"/>
                    </a:cubicBezTo>
                    <a:cubicBezTo>
                      <a:pt x="125" y="0"/>
                      <a:pt x="120" y="0"/>
                      <a:pt x="116" y="0"/>
                    </a:cubicBezTo>
                    <a:cubicBezTo>
                      <a:pt x="112" y="0"/>
                      <a:pt x="102" y="0"/>
                      <a:pt x="97" y="0"/>
                    </a:cubicBezTo>
                    <a:cubicBezTo>
                      <a:pt x="97" y="0"/>
                      <a:pt x="95" y="0"/>
                      <a:pt x="95" y="3"/>
                    </a:cubicBezTo>
                    <a:cubicBezTo>
                      <a:pt x="95" y="3"/>
                      <a:pt x="95" y="5"/>
                      <a:pt x="97" y="5"/>
                    </a:cubicBezTo>
                    <a:cubicBezTo>
                      <a:pt x="98" y="5"/>
                      <a:pt x="102" y="5"/>
                      <a:pt x="102" y="9"/>
                    </a:cubicBezTo>
                    <a:cubicBezTo>
                      <a:pt x="102" y="10"/>
                      <a:pt x="101" y="13"/>
                      <a:pt x="98" y="15"/>
                    </a:cubicBezTo>
                    <a:cubicBezTo>
                      <a:pt x="97" y="17"/>
                      <a:pt x="78" y="34"/>
                      <a:pt x="74" y="40"/>
                    </a:cubicBezTo>
                    <a:lnTo>
                      <a:pt x="58" y="10"/>
                    </a:lnTo>
                    <a:lnTo>
                      <a:pt x="57" y="9"/>
                    </a:lnTo>
                    <a:cubicBezTo>
                      <a:pt x="57" y="8"/>
                      <a:pt x="60" y="5"/>
                      <a:pt x="65" y="5"/>
                    </a:cubicBezTo>
                    <a:cubicBezTo>
                      <a:pt x="66" y="5"/>
                      <a:pt x="69" y="5"/>
                      <a:pt x="69" y="1"/>
                    </a:cubicBezTo>
                    <a:cubicBezTo>
                      <a:pt x="69" y="1"/>
                      <a:pt x="68" y="0"/>
                      <a:pt x="65" y="0"/>
                    </a:cubicBezTo>
                    <a:cubicBezTo>
                      <a:pt x="63" y="0"/>
                      <a:pt x="59" y="0"/>
                      <a:pt x="56" y="0"/>
                    </a:cubicBezTo>
                    <a:cubicBezTo>
                      <a:pt x="52" y="0"/>
                      <a:pt x="50" y="0"/>
                      <a:pt x="46" y="0"/>
                    </a:cubicBezTo>
                    <a:cubicBezTo>
                      <a:pt x="44" y="0"/>
                      <a:pt x="40" y="0"/>
                      <a:pt x="37" y="0"/>
                    </a:cubicBezTo>
                    <a:cubicBezTo>
                      <a:pt x="35" y="0"/>
                      <a:pt x="32" y="0"/>
                      <a:pt x="29" y="0"/>
                    </a:cubicBezTo>
                    <a:cubicBezTo>
                      <a:pt x="29" y="0"/>
                      <a:pt x="26" y="0"/>
                      <a:pt x="26" y="3"/>
                    </a:cubicBezTo>
                    <a:cubicBezTo>
                      <a:pt x="26" y="5"/>
                      <a:pt x="29" y="5"/>
                      <a:pt x="31" y="5"/>
                    </a:cubicBezTo>
                    <a:cubicBezTo>
                      <a:pt x="39" y="5"/>
                      <a:pt x="40" y="7"/>
                      <a:pt x="41" y="9"/>
                    </a:cubicBezTo>
                    <a:lnTo>
                      <a:pt x="62" y="51"/>
                    </a:lnTo>
                    <a:lnTo>
                      <a:pt x="54" y="59"/>
                    </a:lnTo>
                    <a:cubicBezTo>
                      <a:pt x="52" y="62"/>
                      <a:pt x="44" y="68"/>
                      <a:pt x="41" y="71"/>
                    </a:cubicBezTo>
                    <a:cubicBezTo>
                      <a:pt x="24" y="89"/>
                      <a:pt x="17" y="96"/>
                      <a:pt x="4" y="97"/>
                    </a:cubicBezTo>
                    <a:cubicBezTo>
                      <a:pt x="2" y="97"/>
                      <a:pt x="0" y="97"/>
                      <a:pt x="0" y="100"/>
                    </a:cubicBezTo>
                    <a:cubicBezTo>
                      <a:pt x="0" y="100"/>
                      <a:pt x="1" y="101"/>
                      <a:pt x="2" y="101"/>
                    </a:cubicBezTo>
                    <a:cubicBezTo>
                      <a:pt x="6" y="101"/>
                      <a:pt x="12" y="100"/>
                      <a:pt x="17" y="100"/>
                    </a:cubicBezTo>
                    <a:cubicBezTo>
                      <a:pt x="19" y="100"/>
                      <a:pt x="22" y="100"/>
                      <a:pt x="25" y="100"/>
                    </a:cubicBezTo>
                    <a:cubicBezTo>
                      <a:pt x="28" y="100"/>
                      <a:pt x="31" y="101"/>
                      <a:pt x="33" y="101"/>
                    </a:cubicBezTo>
                    <a:cubicBezTo>
                      <a:pt x="34" y="101"/>
                      <a:pt x="36" y="101"/>
                      <a:pt x="36" y="98"/>
                    </a:cubicBezTo>
                    <a:cubicBezTo>
                      <a:pt x="36" y="97"/>
                      <a:pt x="35" y="97"/>
                      <a:pt x="34" y="97"/>
                    </a:cubicBezTo>
                    <a:cubicBezTo>
                      <a:pt x="33" y="97"/>
                      <a:pt x="29" y="96"/>
                      <a:pt x="29" y="92"/>
                    </a:cubicBezTo>
                    <a:cubicBezTo>
                      <a:pt x="29" y="90"/>
                      <a:pt x="31" y="88"/>
                      <a:pt x="34" y="85"/>
                    </a:cubicBezTo>
                    <a:lnTo>
                      <a:pt x="64" y="55"/>
                    </a:lnTo>
                    <a:lnTo>
                      <a:pt x="83" y="90"/>
                    </a:lnTo>
                    <a:cubicBezTo>
                      <a:pt x="83" y="92"/>
                      <a:pt x="83" y="92"/>
                      <a:pt x="83" y="92"/>
                    </a:cubicBezTo>
                    <a:cubicBezTo>
                      <a:pt x="83" y="93"/>
                      <a:pt x="81" y="96"/>
                      <a:pt x="76" y="97"/>
                    </a:cubicBezTo>
                    <a:cubicBezTo>
                      <a:pt x="74" y="97"/>
                      <a:pt x="72" y="97"/>
                      <a:pt x="72" y="100"/>
                    </a:cubicBezTo>
                    <a:cubicBezTo>
                      <a:pt x="72" y="100"/>
                      <a:pt x="72" y="101"/>
                      <a:pt x="74" y="101"/>
                    </a:cubicBezTo>
                    <a:cubicBezTo>
                      <a:pt x="78" y="101"/>
                      <a:pt x="82" y="100"/>
                      <a:pt x="85" y="100"/>
                    </a:cubicBezTo>
                    <a:cubicBezTo>
                      <a:pt x="88" y="100"/>
                      <a:pt x="92" y="100"/>
                      <a:pt x="95" y="100"/>
                    </a:cubicBezTo>
                    <a:cubicBezTo>
                      <a:pt x="97" y="100"/>
                      <a:pt x="101" y="100"/>
                      <a:pt x="104" y="100"/>
                    </a:cubicBezTo>
                    <a:cubicBezTo>
                      <a:pt x="105" y="100"/>
                      <a:pt x="109" y="101"/>
                      <a:pt x="112" y="101"/>
                    </a:cubicBezTo>
                    <a:cubicBezTo>
                      <a:pt x="112" y="101"/>
                      <a:pt x="114" y="101"/>
                      <a:pt x="114" y="97"/>
                    </a:cubicBezTo>
                    <a:cubicBezTo>
                      <a:pt x="114" y="97"/>
                      <a:pt x="112" y="97"/>
                      <a:pt x="110" y="97"/>
                    </a:cubicBezTo>
                    <a:cubicBezTo>
                      <a:pt x="101" y="97"/>
                      <a:pt x="101" y="94"/>
                      <a:pt x="100" y="92"/>
                    </a:cubicBezTo>
                    <a:lnTo>
                      <a:pt x="76" y="44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20" name="Freeform 128"/>
              <p:cNvSpPr/>
              <p:nvPr/>
            </p:nvSpPr>
            <p:spPr>
              <a:xfrm>
                <a:off x="7684920" y="5564880"/>
                <a:ext cx="47520" cy="36720"/>
              </a:xfrm>
              <a:custGeom>
                <a:avLst/>
                <a:gdLst/>
                <a:ahLst/>
                <a:rect l="0" t="0" r="r" b="b"/>
                <a:pathLst>
                  <a:path w="132" h="102">
                    <a:moveTo>
                      <a:pt x="75" y="44"/>
                    </a:moveTo>
                    <a:lnTo>
                      <a:pt x="89" y="31"/>
                    </a:lnTo>
                    <a:cubicBezTo>
                      <a:pt x="108" y="12"/>
                      <a:pt x="114" y="6"/>
                      <a:pt x="127" y="5"/>
                    </a:cubicBezTo>
                    <a:cubicBezTo>
                      <a:pt x="130" y="5"/>
                      <a:pt x="131" y="5"/>
                      <a:pt x="131" y="2"/>
                    </a:cubicBezTo>
                    <a:cubicBezTo>
                      <a:pt x="131" y="0"/>
                      <a:pt x="130" y="0"/>
                      <a:pt x="129" y="0"/>
                    </a:cubicBezTo>
                    <a:cubicBezTo>
                      <a:pt x="124" y="0"/>
                      <a:pt x="120" y="0"/>
                      <a:pt x="115" y="0"/>
                    </a:cubicBezTo>
                    <a:cubicBezTo>
                      <a:pt x="112" y="0"/>
                      <a:pt x="101" y="0"/>
                      <a:pt x="97" y="0"/>
                    </a:cubicBezTo>
                    <a:cubicBezTo>
                      <a:pt x="97" y="0"/>
                      <a:pt x="94" y="0"/>
                      <a:pt x="94" y="3"/>
                    </a:cubicBezTo>
                    <a:cubicBezTo>
                      <a:pt x="94" y="3"/>
                      <a:pt x="94" y="5"/>
                      <a:pt x="97" y="5"/>
                    </a:cubicBezTo>
                    <a:cubicBezTo>
                      <a:pt x="98" y="5"/>
                      <a:pt x="102" y="5"/>
                      <a:pt x="102" y="9"/>
                    </a:cubicBezTo>
                    <a:cubicBezTo>
                      <a:pt x="102" y="10"/>
                      <a:pt x="101" y="13"/>
                      <a:pt x="98" y="15"/>
                    </a:cubicBezTo>
                    <a:cubicBezTo>
                      <a:pt x="97" y="17"/>
                      <a:pt x="78" y="34"/>
                      <a:pt x="73" y="40"/>
                    </a:cubicBezTo>
                    <a:lnTo>
                      <a:pt x="58" y="10"/>
                    </a:lnTo>
                    <a:lnTo>
                      <a:pt x="57" y="9"/>
                    </a:lnTo>
                    <a:cubicBezTo>
                      <a:pt x="57" y="8"/>
                      <a:pt x="60" y="5"/>
                      <a:pt x="65" y="5"/>
                    </a:cubicBezTo>
                    <a:cubicBezTo>
                      <a:pt x="66" y="5"/>
                      <a:pt x="68" y="5"/>
                      <a:pt x="68" y="1"/>
                    </a:cubicBezTo>
                    <a:cubicBezTo>
                      <a:pt x="68" y="1"/>
                      <a:pt x="68" y="0"/>
                      <a:pt x="65" y="0"/>
                    </a:cubicBezTo>
                    <a:cubicBezTo>
                      <a:pt x="63" y="0"/>
                      <a:pt x="59" y="0"/>
                      <a:pt x="56" y="0"/>
                    </a:cubicBezTo>
                    <a:cubicBezTo>
                      <a:pt x="52" y="0"/>
                      <a:pt x="49" y="0"/>
                      <a:pt x="46" y="0"/>
                    </a:cubicBezTo>
                    <a:cubicBezTo>
                      <a:pt x="44" y="0"/>
                      <a:pt x="40" y="0"/>
                      <a:pt x="37" y="0"/>
                    </a:cubicBezTo>
                    <a:cubicBezTo>
                      <a:pt x="35" y="0"/>
                      <a:pt x="32" y="0"/>
                      <a:pt x="29" y="0"/>
                    </a:cubicBezTo>
                    <a:cubicBezTo>
                      <a:pt x="28" y="0"/>
                      <a:pt x="25" y="0"/>
                      <a:pt x="25" y="3"/>
                    </a:cubicBezTo>
                    <a:cubicBezTo>
                      <a:pt x="25" y="5"/>
                      <a:pt x="28" y="5"/>
                      <a:pt x="30" y="5"/>
                    </a:cubicBezTo>
                    <a:cubicBezTo>
                      <a:pt x="39" y="5"/>
                      <a:pt x="40" y="7"/>
                      <a:pt x="41" y="9"/>
                    </a:cubicBezTo>
                    <a:lnTo>
                      <a:pt x="62" y="51"/>
                    </a:lnTo>
                    <a:lnTo>
                      <a:pt x="54" y="59"/>
                    </a:lnTo>
                    <a:cubicBezTo>
                      <a:pt x="51" y="62"/>
                      <a:pt x="44" y="68"/>
                      <a:pt x="41" y="71"/>
                    </a:cubicBezTo>
                    <a:cubicBezTo>
                      <a:pt x="23" y="89"/>
                      <a:pt x="17" y="96"/>
                      <a:pt x="4" y="97"/>
                    </a:cubicBezTo>
                    <a:cubicBezTo>
                      <a:pt x="2" y="97"/>
                      <a:pt x="0" y="97"/>
                      <a:pt x="0" y="100"/>
                    </a:cubicBezTo>
                    <a:cubicBezTo>
                      <a:pt x="0" y="100"/>
                      <a:pt x="1" y="101"/>
                      <a:pt x="2" y="101"/>
                    </a:cubicBezTo>
                    <a:cubicBezTo>
                      <a:pt x="6" y="101"/>
                      <a:pt x="11" y="100"/>
                      <a:pt x="16" y="100"/>
                    </a:cubicBezTo>
                    <a:cubicBezTo>
                      <a:pt x="18" y="100"/>
                      <a:pt x="22" y="100"/>
                      <a:pt x="25" y="100"/>
                    </a:cubicBezTo>
                    <a:cubicBezTo>
                      <a:pt x="28" y="100"/>
                      <a:pt x="31" y="101"/>
                      <a:pt x="33" y="101"/>
                    </a:cubicBezTo>
                    <a:cubicBezTo>
                      <a:pt x="34" y="101"/>
                      <a:pt x="36" y="101"/>
                      <a:pt x="36" y="98"/>
                    </a:cubicBezTo>
                    <a:cubicBezTo>
                      <a:pt x="36" y="97"/>
                      <a:pt x="35" y="97"/>
                      <a:pt x="34" y="97"/>
                    </a:cubicBezTo>
                    <a:cubicBezTo>
                      <a:pt x="32" y="97"/>
                      <a:pt x="28" y="96"/>
                      <a:pt x="28" y="92"/>
                    </a:cubicBezTo>
                    <a:cubicBezTo>
                      <a:pt x="28" y="90"/>
                      <a:pt x="31" y="88"/>
                      <a:pt x="34" y="85"/>
                    </a:cubicBezTo>
                    <a:lnTo>
                      <a:pt x="64" y="55"/>
                    </a:lnTo>
                    <a:lnTo>
                      <a:pt x="82" y="90"/>
                    </a:lnTo>
                    <a:cubicBezTo>
                      <a:pt x="83" y="92"/>
                      <a:pt x="83" y="92"/>
                      <a:pt x="83" y="92"/>
                    </a:cubicBezTo>
                    <a:cubicBezTo>
                      <a:pt x="83" y="93"/>
                      <a:pt x="80" y="96"/>
                      <a:pt x="75" y="97"/>
                    </a:cubicBezTo>
                    <a:cubicBezTo>
                      <a:pt x="74" y="97"/>
                      <a:pt x="72" y="97"/>
                      <a:pt x="72" y="100"/>
                    </a:cubicBezTo>
                    <a:cubicBezTo>
                      <a:pt x="72" y="100"/>
                      <a:pt x="72" y="101"/>
                      <a:pt x="74" y="101"/>
                    </a:cubicBezTo>
                    <a:cubicBezTo>
                      <a:pt x="77" y="101"/>
                      <a:pt x="82" y="100"/>
                      <a:pt x="85" y="100"/>
                    </a:cubicBezTo>
                    <a:cubicBezTo>
                      <a:pt x="88" y="100"/>
                      <a:pt x="91" y="100"/>
                      <a:pt x="94" y="100"/>
                    </a:cubicBezTo>
                    <a:cubicBezTo>
                      <a:pt x="97" y="100"/>
                      <a:pt x="101" y="100"/>
                      <a:pt x="103" y="100"/>
                    </a:cubicBezTo>
                    <a:cubicBezTo>
                      <a:pt x="105" y="100"/>
                      <a:pt x="109" y="101"/>
                      <a:pt x="112" y="101"/>
                    </a:cubicBezTo>
                    <a:cubicBezTo>
                      <a:pt x="112" y="101"/>
                      <a:pt x="114" y="101"/>
                      <a:pt x="114" y="97"/>
                    </a:cubicBezTo>
                    <a:cubicBezTo>
                      <a:pt x="114" y="97"/>
                      <a:pt x="112" y="97"/>
                      <a:pt x="110" y="97"/>
                    </a:cubicBezTo>
                    <a:cubicBezTo>
                      <a:pt x="101" y="97"/>
                      <a:pt x="101" y="94"/>
                      <a:pt x="99" y="92"/>
                    </a:cubicBezTo>
                    <a:lnTo>
                      <a:pt x="75" y="44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221" name="Group 129"/>
            <p:cNvGrpSpPr/>
            <p:nvPr/>
          </p:nvGrpSpPr>
          <p:grpSpPr>
            <a:xfrm>
              <a:off x="7047000" y="5176080"/>
              <a:ext cx="138960" cy="86760"/>
              <a:chOff x="7047000" y="5176080"/>
              <a:chExt cx="138960" cy="86760"/>
            </a:xfrm>
          </p:grpSpPr>
          <p:sp>
            <p:nvSpPr>
              <p:cNvPr id="222" name="Freeform 130"/>
              <p:cNvSpPr/>
              <p:nvPr/>
            </p:nvSpPr>
            <p:spPr>
              <a:xfrm>
                <a:off x="7047000" y="5189400"/>
                <a:ext cx="45720" cy="55800"/>
              </a:xfrm>
              <a:custGeom>
                <a:avLst/>
                <a:gdLst/>
                <a:ahLst/>
                <a:rect l="0" t="0" r="r" b="b"/>
                <a:pathLst>
                  <a:path w="127" h="155">
                    <a:moveTo>
                      <a:pt x="126" y="2"/>
                    </a:moveTo>
                    <a:cubicBezTo>
                      <a:pt x="126" y="2"/>
                      <a:pt x="125" y="0"/>
                      <a:pt x="123" y="0"/>
                    </a:cubicBezTo>
                    <a:cubicBezTo>
                      <a:pt x="122" y="0"/>
                      <a:pt x="122" y="0"/>
                      <a:pt x="120" y="3"/>
                    </a:cubicBezTo>
                    <a:lnTo>
                      <a:pt x="110" y="16"/>
                    </a:lnTo>
                    <a:cubicBezTo>
                      <a:pt x="104" y="5"/>
                      <a:pt x="93" y="0"/>
                      <a:pt x="79" y="0"/>
                    </a:cubicBezTo>
                    <a:cubicBezTo>
                      <a:pt x="52" y="0"/>
                      <a:pt x="27" y="25"/>
                      <a:pt x="27" y="50"/>
                    </a:cubicBezTo>
                    <a:cubicBezTo>
                      <a:pt x="27" y="67"/>
                      <a:pt x="37" y="77"/>
                      <a:pt x="49" y="81"/>
                    </a:cubicBezTo>
                    <a:lnTo>
                      <a:pt x="71" y="86"/>
                    </a:lnTo>
                    <a:cubicBezTo>
                      <a:pt x="79" y="89"/>
                      <a:pt x="91" y="91"/>
                      <a:pt x="91" y="109"/>
                    </a:cubicBezTo>
                    <a:cubicBezTo>
                      <a:pt x="91" y="128"/>
                      <a:pt x="73" y="148"/>
                      <a:pt x="52" y="148"/>
                    </a:cubicBezTo>
                    <a:cubicBezTo>
                      <a:pt x="40" y="148"/>
                      <a:pt x="16" y="143"/>
                      <a:pt x="16" y="117"/>
                    </a:cubicBezTo>
                    <a:cubicBezTo>
                      <a:pt x="16" y="112"/>
                      <a:pt x="17" y="107"/>
                      <a:pt x="17" y="105"/>
                    </a:cubicBezTo>
                    <a:lnTo>
                      <a:pt x="17" y="104"/>
                    </a:lnTo>
                    <a:cubicBezTo>
                      <a:pt x="17" y="102"/>
                      <a:pt x="16" y="102"/>
                      <a:pt x="15" y="102"/>
                    </a:cubicBezTo>
                    <a:cubicBezTo>
                      <a:pt x="13" y="102"/>
                      <a:pt x="13" y="102"/>
                      <a:pt x="12" y="102"/>
                    </a:cubicBezTo>
                    <a:cubicBezTo>
                      <a:pt x="12" y="104"/>
                      <a:pt x="0" y="151"/>
                      <a:pt x="0" y="152"/>
                    </a:cubicBezTo>
                    <a:cubicBezTo>
                      <a:pt x="0" y="154"/>
                      <a:pt x="1" y="154"/>
                      <a:pt x="2" y="154"/>
                    </a:cubicBezTo>
                    <a:cubicBezTo>
                      <a:pt x="3" y="154"/>
                      <a:pt x="3" y="154"/>
                      <a:pt x="6" y="151"/>
                    </a:cubicBezTo>
                    <a:lnTo>
                      <a:pt x="17" y="139"/>
                    </a:lnTo>
                    <a:cubicBezTo>
                      <a:pt x="25" y="151"/>
                      <a:pt x="40" y="154"/>
                      <a:pt x="52" y="154"/>
                    </a:cubicBezTo>
                    <a:cubicBezTo>
                      <a:pt x="82" y="154"/>
                      <a:pt x="106" y="126"/>
                      <a:pt x="106" y="100"/>
                    </a:cubicBezTo>
                    <a:cubicBezTo>
                      <a:pt x="106" y="86"/>
                      <a:pt x="99" y="78"/>
                      <a:pt x="96" y="75"/>
                    </a:cubicBezTo>
                    <a:cubicBezTo>
                      <a:pt x="91" y="71"/>
                      <a:pt x="89" y="70"/>
                      <a:pt x="69" y="64"/>
                    </a:cubicBezTo>
                    <a:cubicBezTo>
                      <a:pt x="64" y="64"/>
                      <a:pt x="56" y="61"/>
                      <a:pt x="55" y="61"/>
                    </a:cubicBezTo>
                    <a:cubicBezTo>
                      <a:pt x="49" y="58"/>
                      <a:pt x="42" y="52"/>
                      <a:pt x="42" y="41"/>
                    </a:cubicBezTo>
                    <a:cubicBezTo>
                      <a:pt x="42" y="24"/>
                      <a:pt x="59" y="6"/>
                      <a:pt x="79" y="6"/>
                    </a:cubicBezTo>
                    <a:cubicBezTo>
                      <a:pt x="97" y="6"/>
                      <a:pt x="110" y="15"/>
                      <a:pt x="110" y="39"/>
                    </a:cubicBezTo>
                    <a:cubicBezTo>
                      <a:pt x="110" y="46"/>
                      <a:pt x="109" y="50"/>
                      <a:pt x="109" y="50"/>
                    </a:cubicBezTo>
                    <a:cubicBezTo>
                      <a:pt x="109" y="51"/>
                      <a:pt x="109" y="53"/>
                      <a:pt x="111" y="53"/>
                    </a:cubicBezTo>
                    <a:cubicBezTo>
                      <a:pt x="113" y="53"/>
                      <a:pt x="113" y="52"/>
                      <a:pt x="115" y="49"/>
                    </a:cubicBezTo>
                    <a:lnTo>
                      <a:pt x="126" y="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23" name="Freeform 131"/>
              <p:cNvSpPr/>
              <p:nvPr/>
            </p:nvSpPr>
            <p:spPr>
              <a:xfrm>
                <a:off x="7099920" y="5176080"/>
                <a:ext cx="20160" cy="36000"/>
              </a:xfrm>
              <a:custGeom>
                <a:avLst/>
                <a:gdLst/>
                <a:ahLst/>
                <a:rect l="0" t="0" r="r" b="b"/>
                <a:pathLst>
                  <a:path w="56" h="100">
                    <a:moveTo>
                      <a:pt x="34" y="5"/>
                    </a:moveTo>
                    <a:cubicBezTo>
                      <a:pt x="34" y="0"/>
                      <a:pt x="34" y="0"/>
                      <a:pt x="29" y="0"/>
                    </a:cubicBezTo>
                    <a:cubicBezTo>
                      <a:pt x="20" y="10"/>
                      <a:pt x="6" y="10"/>
                      <a:pt x="0" y="10"/>
                    </a:cubicBezTo>
                    <a:lnTo>
                      <a:pt x="0" y="16"/>
                    </a:lnTo>
                    <a:cubicBezTo>
                      <a:pt x="3" y="16"/>
                      <a:pt x="13" y="16"/>
                      <a:pt x="22" y="10"/>
                    </a:cubicBezTo>
                    <a:lnTo>
                      <a:pt x="22" y="87"/>
                    </a:lnTo>
                    <a:cubicBezTo>
                      <a:pt x="22" y="92"/>
                      <a:pt x="22" y="94"/>
                      <a:pt x="7" y="94"/>
                    </a:cubicBezTo>
                    <a:lnTo>
                      <a:pt x="1" y="94"/>
                    </a:lnTo>
                    <a:lnTo>
                      <a:pt x="1" y="99"/>
                    </a:lnTo>
                    <a:cubicBezTo>
                      <a:pt x="4" y="99"/>
                      <a:pt x="23" y="98"/>
                      <a:pt x="28" y="98"/>
                    </a:cubicBezTo>
                    <a:cubicBezTo>
                      <a:pt x="32" y="98"/>
                      <a:pt x="51" y="99"/>
                      <a:pt x="55" y="99"/>
                    </a:cubicBezTo>
                    <a:lnTo>
                      <a:pt x="55" y="94"/>
                    </a:lnTo>
                    <a:lnTo>
                      <a:pt x="49" y="94"/>
                    </a:lnTo>
                    <a:cubicBezTo>
                      <a:pt x="34" y="94"/>
                      <a:pt x="34" y="92"/>
                      <a:pt x="34" y="87"/>
                    </a:cubicBezTo>
                    <a:lnTo>
                      <a:pt x="34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24" name="Freeform 132"/>
              <p:cNvSpPr/>
              <p:nvPr/>
            </p:nvSpPr>
            <p:spPr>
              <a:xfrm>
                <a:off x="7092000" y="5228640"/>
                <a:ext cx="18720" cy="34560"/>
              </a:xfrm>
              <a:custGeom>
                <a:avLst/>
                <a:gdLst/>
                <a:ahLst/>
                <a:rect l="0" t="0" r="r" b="b"/>
                <a:pathLst>
                  <a:path w="52" h="96">
                    <a:moveTo>
                      <a:pt x="30" y="34"/>
                    </a:moveTo>
                    <a:lnTo>
                      <a:pt x="45" y="34"/>
                    </a:lnTo>
                    <a:cubicBezTo>
                      <a:pt x="49" y="34"/>
                      <a:pt x="51" y="34"/>
                      <a:pt x="51" y="31"/>
                    </a:cubicBezTo>
                    <a:cubicBezTo>
                      <a:pt x="51" y="29"/>
                      <a:pt x="49" y="29"/>
                      <a:pt x="46" y="29"/>
                    </a:cubicBezTo>
                    <a:lnTo>
                      <a:pt x="31" y="29"/>
                    </a:lnTo>
                    <a:lnTo>
                      <a:pt x="37" y="7"/>
                    </a:lnTo>
                    <a:lnTo>
                      <a:pt x="37" y="5"/>
                    </a:lnTo>
                    <a:cubicBezTo>
                      <a:pt x="37" y="2"/>
                      <a:pt x="36" y="0"/>
                      <a:pt x="32" y="0"/>
                    </a:cubicBezTo>
                    <a:cubicBezTo>
                      <a:pt x="28" y="0"/>
                      <a:pt x="27" y="3"/>
                      <a:pt x="25" y="7"/>
                    </a:cubicBezTo>
                    <a:cubicBezTo>
                      <a:pt x="25" y="10"/>
                      <a:pt x="26" y="3"/>
                      <a:pt x="20" y="29"/>
                    </a:cubicBezTo>
                    <a:lnTo>
                      <a:pt x="4" y="29"/>
                    </a:lnTo>
                    <a:cubicBezTo>
                      <a:pt x="2" y="29"/>
                      <a:pt x="0" y="29"/>
                      <a:pt x="0" y="33"/>
                    </a:cubicBezTo>
                    <a:cubicBezTo>
                      <a:pt x="0" y="34"/>
                      <a:pt x="2" y="34"/>
                      <a:pt x="4" y="34"/>
                    </a:cubicBezTo>
                    <a:lnTo>
                      <a:pt x="19" y="34"/>
                    </a:lnTo>
                    <a:lnTo>
                      <a:pt x="9" y="70"/>
                    </a:lnTo>
                    <a:cubicBezTo>
                      <a:pt x="9" y="74"/>
                      <a:pt x="7" y="78"/>
                      <a:pt x="7" y="81"/>
                    </a:cubicBezTo>
                    <a:cubicBezTo>
                      <a:pt x="7" y="90"/>
                      <a:pt x="15" y="95"/>
                      <a:pt x="23" y="95"/>
                    </a:cubicBezTo>
                    <a:cubicBezTo>
                      <a:pt x="40" y="95"/>
                      <a:pt x="49" y="74"/>
                      <a:pt x="49" y="72"/>
                    </a:cubicBezTo>
                    <a:cubicBezTo>
                      <a:pt x="49" y="71"/>
                      <a:pt x="47" y="71"/>
                      <a:pt x="47" y="71"/>
                    </a:cubicBezTo>
                    <a:cubicBezTo>
                      <a:pt x="45" y="71"/>
                      <a:pt x="45" y="71"/>
                      <a:pt x="44" y="73"/>
                    </a:cubicBezTo>
                    <a:cubicBezTo>
                      <a:pt x="40" y="82"/>
                      <a:pt x="32" y="90"/>
                      <a:pt x="24" y="90"/>
                    </a:cubicBezTo>
                    <a:cubicBezTo>
                      <a:pt x="21" y="90"/>
                      <a:pt x="19" y="89"/>
                      <a:pt x="19" y="83"/>
                    </a:cubicBezTo>
                    <a:cubicBezTo>
                      <a:pt x="19" y="82"/>
                      <a:pt x="19" y="78"/>
                      <a:pt x="19" y="77"/>
                    </a:cubicBezTo>
                    <a:lnTo>
                      <a:pt x="30" y="34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25" name="Freeform 133"/>
              <p:cNvSpPr/>
              <p:nvPr/>
            </p:nvSpPr>
            <p:spPr>
              <a:xfrm>
                <a:off x="7118280" y="5247360"/>
                <a:ext cx="36720" cy="2880"/>
              </a:xfrm>
              <a:custGeom>
                <a:avLst/>
                <a:gdLst/>
                <a:ahLst/>
                <a:rect l="0" t="0" r="r" b="b"/>
                <a:pathLst>
                  <a:path w="102" h="8">
                    <a:moveTo>
                      <a:pt x="95" y="7"/>
                    </a:moveTo>
                    <a:cubicBezTo>
                      <a:pt x="97" y="7"/>
                      <a:pt x="101" y="7"/>
                      <a:pt x="101" y="3"/>
                    </a:cubicBezTo>
                    <a:cubicBezTo>
                      <a:pt x="101" y="0"/>
                      <a:pt x="97" y="0"/>
                      <a:pt x="95" y="0"/>
                    </a:cubicBezTo>
                    <a:lnTo>
                      <a:pt x="5" y="0"/>
                    </a:lnTo>
                    <a:cubicBezTo>
                      <a:pt x="3" y="0"/>
                      <a:pt x="0" y="0"/>
                      <a:pt x="0" y="3"/>
                    </a:cubicBezTo>
                    <a:cubicBezTo>
                      <a:pt x="0" y="7"/>
                      <a:pt x="3" y="7"/>
                      <a:pt x="5" y="7"/>
                    </a:cubicBezTo>
                    <a:lnTo>
                      <a:pt x="95" y="7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26" name="Freeform 134"/>
              <p:cNvSpPr/>
              <p:nvPr/>
            </p:nvSpPr>
            <p:spPr>
              <a:xfrm>
                <a:off x="7165800" y="5226480"/>
                <a:ext cx="20520" cy="35640"/>
              </a:xfrm>
              <a:custGeom>
                <a:avLst/>
                <a:gdLst/>
                <a:ahLst/>
                <a:rect l="0" t="0" r="r" b="b"/>
                <a:pathLst>
                  <a:path w="57" h="99">
                    <a:moveTo>
                      <a:pt x="34" y="4"/>
                    </a:moveTo>
                    <a:cubicBezTo>
                      <a:pt x="34" y="0"/>
                      <a:pt x="33" y="0"/>
                      <a:pt x="30" y="0"/>
                    </a:cubicBezTo>
                    <a:cubicBezTo>
                      <a:pt x="20" y="9"/>
                      <a:pt x="7" y="9"/>
                      <a:pt x="0" y="9"/>
                    </a:cubicBezTo>
                    <a:lnTo>
                      <a:pt x="0" y="15"/>
                    </a:lnTo>
                    <a:cubicBezTo>
                      <a:pt x="4" y="15"/>
                      <a:pt x="14" y="15"/>
                      <a:pt x="22" y="10"/>
                    </a:cubicBezTo>
                    <a:lnTo>
                      <a:pt x="22" y="86"/>
                    </a:lnTo>
                    <a:cubicBezTo>
                      <a:pt x="22" y="91"/>
                      <a:pt x="22" y="93"/>
                      <a:pt x="7" y="93"/>
                    </a:cubicBezTo>
                    <a:lnTo>
                      <a:pt x="2" y="93"/>
                    </a:lnTo>
                    <a:lnTo>
                      <a:pt x="2" y="98"/>
                    </a:lnTo>
                    <a:cubicBezTo>
                      <a:pt x="4" y="98"/>
                      <a:pt x="23" y="98"/>
                      <a:pt x="28" y="98"/>
                    </a:cubicBezTo>
                    <a:cubicBezTo>
                      <a:pt x="33" y="98"/>
                      <a:pt x="52" y="98"/>
                      <a:pt x="56" y="98"/>
                    </a:cubicBezTo>
                    <a:lnTo>
                      <a:pt x="56" y="93"/>
                    </a:lnTo>
                    <a:lnTo>
                      <a:pt x="49" y="93"/>
                    </a:lnTo>
                    <a:cubicBezTo>
                      <a:pt x="34" y="93"/>
                      <a:pt x="34" y="91"/>
                      <a:pt x="34" y="86"/>
                    </a:cubicBezTo>
                    <a:lnTo>
                      <a:pt x="34" y="4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227" name="Group 135"/>
            <p:cNvGrpSpPr/>
            <p:nvPr/>
          </p:nvGrpSpPr>
          <p:grpSpPr>
            <a:xfrm>
              <a:off x="7037640" y="5563800"/>
              <a:ext cx="157680" cy="86400"/>
              <a:chOff x="7037640" y="5563800"/>
              <a:chExt cx="157680" cy="86400"/>
            </a:xfrm>
          </p:grpSpPr>
          <p:sp>
            <p:nvSpPr>
              <p:cNvPr id="228" name="Freeform 136"/>
              <p:cNvSpPr/>
              <p:nvPr/>
            </p:nvSpPr>
            <p:spPr>
              <a:xfrm>
                <a:off x="7037640" y="5578560"/>
                <a:ext cx="63720" cy="52560"/>
              </a:xfrm>
              <a:custGeom>
                <a:avLst/>
                <a:gdLst/>
                <a:ahLst/>
                <a:rect l="0" t="0" r="r" b="b"/>
                <a:pathLst>
                  <a:path w="177" h="146">
                    <a:moveTo>
                      <a:pt x="97" y="57"/>
                    </a:moveTo>
                    <a:lnTo>
                      <a:pt x="80" y="15"/>
                    </a:lnTo>
                    <a:cubicBezTo>
                      <a:pt x="79" y="13"/>
                      <a:pt x="79" y="13"/>
                      <a:pt x="79" y="12"/>
                    </a:cubicBezTo>
                    <a:cubicBezTo>
                      <a:pt x="79" y="11"/>
                      <a:pt x="82" y="7"/>
                      <a:pt x="92" y="7"/>
                    </a:cubicBezTo>
                    <a:cubicBezTo>
                      <a:pt x="94" y="6"/>
                      <a:pt x="96" y="6"/>
                      <a:pt x="96" y="2"/>
                    </a:cubicBezTo>
                    <a:cubicBezTo>
                      <a:pt x="96" y="0"/>
                      <a:pt x="93" y="0"/>
                      <a:pt x="92" y="0"/>
                    </a:cubicBezTo>
                    <a:cubicBezTo>
                      <a:pt x="84" y="0"/>
                      <a:pt x="75" y="0"/>
                      <a:pt x="65" y="0"/>
                    </a:cubicBezTo>
                    <a:cubicBezTo>
                      <a:pt x="60" y="0"/>
                      <a:pt x="47" y="0"/>
                      <a:pt x="42" y="0"/>
                    </a:cubicBezTo>
                    <a:cubicBezTo>
                      <a:pt x="40" y="0"/>
                      <a:pt x="38" y="0"/>
                      <a:pt x="38" y="4"/>
                    </a:cubicBezTo>
                    <a:cubicBezTo>
                      <a:pt x="38" y="7"/>
                      <a:pt x="40" y="7"/>
                      <a:pt x="44" y="7"/>
                    </a:cubicBezTo>
                    <a:cubicBezTo>
                      <a:pt x="56" y="7"/>
                      <a:pt x="57" y="8"/>
                      <a:pt x="59" y="13"/>
                    </a:cubicBezTo>
                    <a:lnTo>
                      <a:pt x="84" y="73"/>
                    </a:lnTo>
                    <a:lnTo>
                      <a:pt x="39" y="121"/>
                    </a:lnTo>
                    <a:lnTo>
                      <a:pt x="37" y="123"/>
                    </a:lnTo>
                    <a:cubicBezTo>
                      <a:pt x="26" y="134"/>
                      <a:pt x="16" y="137"/>
                      <a:pt x="5" y="138"/>
                    </a:cubicBezTo>
                    <a:cubicBezTo>
                      <a:pt x="2" y="139"/>
                      <a:pt x="0" y="139"/>
                      <a:pt x="0" y="142"/>
                    </a:cubicBezTo>
                    <a:cubicBezTo>
                      <a:pt x="0" y="142"/>
                      <a:pt x="0" y="145"/>
                      <a:pt x="4" y="145"/>
                    </a:cubicBezTo>
                    <a:cubicBezTo>
                      <a:pt x="10" y="145"/>
                      <a:pt x="17" y="144"/>
                      <a:pt x="23" y="144"/>
                    </a:cubicBezTo>
                    <a:cubicBezTo>
                      <a:pt x="31" y="144"/>
                      <a:pt x="40" y="145"/>
                      <a:pt x="47" y="145"/>
                    </a:cubicBezTo>
                    <a:cubicBezTo>
                      <a:pt x="48" y="145"/>
                      <a:pt x="51" y="145"/>
                      <a:pt x="51" y="140"/>
                    </a:cubicBezTo>
                    <a:cubicBezTo>
                      <a:pt x="51" y="139"/>
                      <a:pt x="49" y="138"/>
                      <a:pt x="48" y="138"/>
                    </a:cubicBezTo>
                    <a:cubicBezTo>
                      <a:pt x="46" y="138"/>
                      <a:pt x="40" y="137"/>
                      <a:pt x="40" y="131"/>
                    </a:cubicBezTo>
                    <a:cubicBezTo>
                      <a:pt x="40" y="128"/>
                      <a:pt x="44" y="125"/>
                      <a:pt x="45" y="122"/>
                    </a:cubicBezTo>
                    <a:lnTo>
                      <a:pt x="67" y="99"/>
                    </a:lnTo>
                    <a:lnTo>
                      <a:pt x="86" y="78"/>
                    </a:lnTo>
                    <a:lnTo>
                      <a:pt x="108" y="129"/>
                    </a:lnTo>
                    <a:cubicBezTo>
                      <a:pt x="109" y="131"/>
                      <a:pt x="109" y="131"/>
                      <a:pt x="109" y="132"/>
                    </a:cubicBezTo>
                    <a:cubicBezTo>
                      <a:pt x="109" y="133"/>
                      <a:pt x="104" y="137"/>
                      <a:pt x="97" y="138"/>
                    </a:cubicBezTo>
                    <a:cubicBezTo>
                      <a:pt x="94" y="139"/>
                      <a:pt x="92" y="139"/>
                      <a:pt x="92" y="142"/>
                    </a:cubicBezTo>
                    <a:cubicBezTo>
                      <a:pt x="92" y="145"/>
                      <a:pt x="94" y="145"/>
                      <a:pt x="96" y="145"/>
                    </a:cubicBezTo>
                    <a:cubicBezTo>
                      <a:pt x="101" y="145"/>
                      <a:pt x="116" y="144"/>
                      <a:pt x="122" y="144"/>
                    </a:cubicBezTo>
                    <a:cubicBezTo>
                      <a:pt x="128" y="144"/>
                      <a:pt x="140" y="145"/>
                      <a:pt x="146" y="145"/>
                    </a:cubicBezTo>
                    <a:cubicBezTo>
                      <a:pt x="147" y="145"/>
                      <a:pt x="150" y="145"/>
                      <a:pt x="150" y="141"/>
                    </a:cubicBezTo>
                    <a:cubicBezTo>
                      <a:pt x="150" y="138"/>
                      <a:pt x="148" y="138"/>
                      <a:pt x="146" y="138"/>
                    </a:cubicBezTo>
                    <a:cubicBezTo>
                      <a:pt x="132" y="138"/>
                      <a:pt x="131" y="137"/>
                      <a:pt x="128" y="129"/>
                    </a:cubicBezTo>
                    <a:cubicBezTo>
                      <a:pt x="120" y="109"/>
                      <a:pt x="105" y="76"/>
                      <a:pt x="101" y="63"/>
                    </a:cubicBezTo>
                    <a:cubicBezTo>
                      <a:pt x="115" y="48"/>
                      <a:pt x="137" y="23"/>
                      <a:pt x="144" y="17"/>
                    </a:cubicBezTo>
                    <a:cubicBezTo>
                      <a:pt x="150" y="12"/>
                      <a:pt x="158" y="7"/>
                      <a:pt x="170" y="7"/>
                    </a:cubicBezTo>
                    <a:cubicBezTo>
                      <a:pt x="173" y="6"/>
                      <a:pt x="176" y="6"/>
                      <a:pt x="176" y="2"/>
                    </a:cubicBezTo>
                    <a:cubicBezTo>
                      <a:pt x="176" y="2"/>
                      <a:pt x="176" y="0"/>
                      <a:pt x="173" y="0"/>
                    </a:cubicBezTo>
                    <a:cubicBezTo>
                      <a:pt x="166" y="0"/>
                      <a:pt x="160" y="0"/>
                      <a:pt x="153" y="0"/>
                    </a:cubicBezTo>
                    <a:cubicBezTo>
                      <a:pt x="145" y="0"/>
                      <a:pt x="137" y="0"/>
                      <a:pt x="129" y="0"/>
                    </a:cubicBezTo>
                    <a:cubicBezTo>
                      <a:pt x="128" y="0"/>
                      <a:pt x="125" y="0"/>
                      <a:pt x="125" y="4"/>
                    </a:cubicBezTo>
                    <a:cubicBezTo>
                      <a:pt x="125" y="5"/>
                      <a:pt x="126" y="6"/>
                      <a:pt x="128" y="7"/>
                    </a:cubicBezTo>
                    <a:cubicBezTo>
                      <a:pt x="130" y="7"/>
                      <a:pt x="137" y="7"/>
                      <a:pt x="137" y="13"/>
                    </a:cubicBezTo>
                    <a:cubicBezTo>
                      <a:pt x="137" y="17"/>
                      <a:pt x="134" y="19"/>
                      <a:pt x="132" y="21"/>
                    </a:cubicBezTo>
                    <a:lnTo>
                      <a:pt x="97" y="57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29" name="Freeform 137"/>
              <p:cNvSpPr/>
              <p:nvPr/>
            </p:nvSpPr>
            <p:spPr>
              <a:xfrm>
                <a:off x="7110720" y="5563800"/>
                <a:ext cx="20520" cy="35640"/>
              </a:xfrm>
              <a:custGeom>
                <a:avLst/>
                <a:gdLst/>
                <a:ahLst/>
                <a:rect l="0" t="0" r="r" b="b"/>
                <a:pathLst>
                  <a:path w="57" h="99">
                    <a:moveTo>
                      <a:pt x="34" y="4"/>
                    </a:moveTo>
                    <a:cubicBezTo>
                      <a:pt x="34" y="0"/>
                      <a:pt x="34" y="0"/>
                      <a:pt x="30" y="0"/>
                    </a:cubicBezTo>
                    <a:cubicBezTo>
                      <a:pt x="20" y="10"/>
                      <a:pt x="7" y="10"/>
                      <a:pt x="0" y="10"/>
                    </a:cubicBezTo>
                    <a:lnTo>
                      <a:pt x="0" y="15"/>
                    </a:lnTo>
                    <a:cubicBezTo>
                      <a:pt x="4" y="15"/>
                      <a:pt x="14" y="15"/>
                      <a:pt x="22" y="10"/>
                    </a:cubicBezTo>
                    <a:lnTo>
                      <a:pt x="22" y="86"/>
                    </a:lnTo>
                    <a:cubicBezTo>
                      <a:pt x="22" y="91"/>
                      <a:pt x="22" y="93"/>
                      <a:pt x="7" y="93"/>
                    </a:cubicBezTo>
                    <a:lnTo>
                      <a:pt x="2" y="93"/>
                    </a:lnTo>
                    <a:lnTo>
                      <a:pt x="2" y="98"/>
                    </a:lnTo>
                    <a:cubicBezTo>
                      <a:pt x="4" y="98"/>
                      <a:pt x="23" y="98"/>
                      <a:pt x="28" y="98"/>
                    </a:cubicBezTo>
                    <a:cubicBezTo>
                      <a:pt x="33" y="98"/>
                      <a:pt x="52" y="98"/>
                      <a:pt x="56" y="98"/>
                    </a:cubicBezTo>
                    <a:lnTo>
                      <a:pt x="56" y="93"/>
                    </a:lnTo>
                    <a:lnTo>
                      <a:pt x="49" y="93"/>
                    </a:lnTo>
                    <a:cubicBezTo>
                      <a:pt x="34" y="93"/>
                      <a:pt x="34" y="91"/>
                      <a:pt x="34" y="86"/>
                    </a:cubicBezTo>
                    <a:lnTo>
                      <a:pt x="34" y="4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30" name="Freeform 138"/>
              <p:cNvSpPr/>
              <p:nvPr/>
            </p:nvSpPr>
            <p:spPr>
              <a:xfrm>
                <a:off x="7101000" y="5616000"/>
                <a:ext cx="18720" cy="34560"/>
              </a:xfrm>
              <a:custGeom>
                <a:avLst/>
                <a:gdLst/>
                <a:ahLst/>
                <a:rect l="0" t="0" r="r" b="b"/>
                <a:pathLst>
                  <a:path w="52" h="96">
                    <a:moveTo>
                      <a:pt x="31" y="35"/>
                    </a:moveTo>
                    <a:lnTo>
                      <a:pt x="46" y="35"/>
                    </a:lnTo>
                    <a:cubicBezTo>
                      <a:pt x="49" y="35"/>
                      <a:pt x="51" y="35"/>
                      <a:pt x="51" y="31"/>
                    </a:cubicBezTo>
                    <a:cubicBezTo>
                      <a:pt x="51" y="29"/>
                      <a:pt x="49" y="29"/>
                      <a:pt x="46" y="29"/>
                    </a:cubicBezTo>
                    <a:lnTo>
                      <a:pt x="32" y="29"/>
                    </a:lnTo>
                    <a:lnTo>
                      <a:pt x="38" y="7"/>
                    </a:lnTo>
                    <a:lnTo>
                      <a:pt x="38" y="5"/>
                    </a:lnTo>
                    <a:cubicBezTo>
                      <a:pt x="38" y="2"/>
                      <a:pt x="36" y="0"/>
                      <a:pt x="32" y="0"/>
                    </a:cubicBezTo>
                    <a:cubicBezTo>
                      <a:pt x="29" y="0"/>
                      <a:pt x="27" y="3"/>
                      <a:pt x="26" y="7"/>
                    </a:cubicBezTo>
                    <a:cubicBezTo>
                      <a:pt x="25" y="10"/>
                      <a:pt x="27" y="3"/>
                      <a:pt x="20" y="29"/>
                    </a:cubicBezTo>
                    <a:lnTo>
                      <a:pt x="5" y="29"/>
                    </a:lnTo>
                    <a:cubicBezTo>
                      <a:pt x="2" y="29"/>
                      <a:pt x="0" y="29"/>
                      <a:pt x="0" y="33"/>
                    </a:cubicBezTo>
                    <a:cubicBezTo>
                      <a:pt x="0" y="35"/>
                      <a:pt x="2" y="35"/>
                      <a:pt x="5" y="35"/>
                    </a:cubicBezTo>
                    <a:lnTo>
                      <a:pt x="19" y="35"/>
                    </a:lnTo>
                    <a:lnTo>
                      <a:pt x="10" y="70"/>
                    </a:lnTo>
                    <a:cubicBezTo>
                      <a:pt x="10" y="74"/>
                      <a:pt x="8" y="78"/>
                      <a:pt x="8" y="81"/>
                    </a:cubicBezTo>
                    <a:cubicBezTo>
                      <a:pt x="8" y="90"/>
                      <a:pt x="15" y="95"/>
                      <a:pt x="24" y="95"/>
                    </a:cubicBezTo>
                    <a:cubicBezTo>
                      <a:pt x="40" y="95"/>
                      <a:pt x="50" y="74"/>
                      <a:pt x="50" y="72"/>
                    </a:cubicBezTo>
                    <a:cubicBezTo>
                      <a:pt x="50" y="71"/>
                      <a:pt x="48" y="71"/>
                      <a:pt x="48" y="71"/>
                    </a:cubicBezTo>
                    <a:cubicBezTo>
                      <a:pt x="45" y="71"/>
                      <a:pt x="45" y="71"/>
                      <a:pt x="44" y="73"/>
                    </a:cubicBezTo>
                    <a:cubicBezTo>
                      <a:pt x="40" y="82"/>
                      <a:pt x="32" y="90"/>
                      <a:pt x="24" y="90"/>
                    </a:cubicBezTo>
                    <a:cubicBezTo>
                      <a:pt x="21" y="90"/>
                      <a:pt x="19" y="89"/>
                      <a:pt x="19" y="83"/>
                    </a:cubicBezTo>
                    <a:cubicBezTo>
                      <a:pt x="19" y="82"/>
                      <a:pt x="20" y="78"/>
                      <a:pt x="20" y="77"/>
                    </a:cubicBezTo>
                    <a:lnTo>
                      <a:pt x="31" y="3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31" name="Freeform 139"/>
              <p:cNvSpPr/>
              <p:nvPr/>
            </p:nvSpPr>
            <p:spPr>
              <a:xfrm>
                <a:off x="7127640" y="5634720"/>
                <a:ext cx="36720" cy="3240"/>
              </a:xfrm>
              <a:custGeom>
                <a:avLst/>
                <a:gdLst/>
                <a:ahLst/>
                <a:rect l="0" t="0" r="r" b="b"/>
                <a:pathLst>
                  <a:path w="102" h="9">
                    <a:moveTo>
                      <a:pt x="96" y="8"/>
                    </a:moveTo>
                    <a:cubicBezTo>
                      <a:pt x="97" y="8"/>
                      <a:pt x="101" y="8"/>
                      <a:pt x="101" y="4"/>
                    </a:cubicBezTo>
                    <a:cubicBezTo>
                      <a:pt x="101" y="0"/>
                      <a:pt x="97" y="0"/>
                      <a:pt x="96" y="0"/>
                    </a:cubicBezTo>
                    <a:lnTo>
                      <a:pt x="6" y="0"/>
                    </a:lnTo>
                    <a:cubicBezTo>
                      <a:pt x="4" y="0"/>
                      <a:pt x="0" y="0"/>
                      <a:pt x="0" y="4"/>
                    </a:cubicBezTo>
                    <a:cubicBezTo>
                      <a:pt x="0" y="8"/>
                      <a:pt x="4" y="8"/>
                      <a:pt x="6" y="8"/>
                    </a:cubicBezTo>
                    <a:lnTo>
                      <a:pt x="96" y="8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32" name="Freeform 140"/>
              <p:cNvSpPr/>
              <p:nvPr/>
            </p:nvSpPr>
            <p:spPr>
              <a:xfrm>
                <a:off x="7175520" y="5614200"/>
                <a:ext cx="20160" cy="35640"/>
              </a:xfrm>
              <a:custGeom>
                <a:avLst/>
                <a:gdLst/>
                <a:ahLst/>
                <a:rect l="0" t="0" r="r" b="b"/>
                <a:pathLst>
                  <a:path w="56" h="99">
                    <a:moveTo>
                      <a:pt x="34" y="4"/>
                    </a:moveTo>
                    <a:cubicBezTo>
                      <a:pt x="34" y="0"/>
                      <a:pt x="34" y="0"/>
                      <a:pt x="29" y="0"/>
                    </a:cubicBezTo>
                    <a:cubicBezTo>
                      <a:pt x="20" y="9"/>
                      <a:pt x="6" y="9"/>
                      <a:pt x="0" y="9"/>
                    </a:cubicBezTo>
                    <a:lnTo>
                      <a:pt x="0" y="15"/>
                    </a:lnTo>
                    <a:cubicBezTo>
                      <a:pt x="3" y="15"/>
                      <a:pt x="13" y="15"/>
                      <a:pt x="22" y="10"/>
                    </a:cubicBezTo>
                    <a:lnTo>
                      <a:pt x="22" y="86"/>
                    </a:lnTo>
                    <a:cubicBezTo>
                      <a:pt x="22" y="91"/>
                      <a:pt x="22" y="93"/>
                      <a:pt x="7" y="93"/>
                    </a:cubicBezTo>
                    <a:lnTo>
                      <a:pt x="1" y="93"/>
                    </a:lnTo>
                    <a:lnTo>
                      <a:pt x="1" y="98"/>
                    </a:lnTo>
                    <a:cubicBezTo>
                      <a:pt x="4" y="98"/>
                      <a:pt x="23" y="97"/>
                      <a:pt x="28" y="97"/>
                    </a:cubicBezTo>
                    <a:cubicBezTo>
                      <a:pt x="32" y="97"/>
                      <a:pt x="51" y="98"/>
                      <a:pt x="55" y="98"/>
                    </a:cubicBezTo>
                    <a:lnTo>
                      <a:pt x="55" y="93"/>
                    </a:lnTo>
                    <a:lnTo>
                      <a:pt x="49" y="93"/>
                    </a:lnTo>
                    <a:cubicBezTo>
                      <a:pt x="34" y="93"/>
                      <a:pt x="34" y="91"/>
                      <a:pt x="34" y="86"/>
                    </a:cubicBezTo>
                    <a:lnTo>
                      <a:pt x="34" y="4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233" name="Group 141"/>
            <p:cNvGrpSpPr/>
            <p:nvPr/>
          </p:nvGrpSpPr>
          <p:grpSpPr>
            <a:xfrm>
              <a:off x="7044480" y="5955480"/>
              <a:ext cx="144360" cy="86760"/>
              <a:chOff x="7044480" y="5955480"/>
              <a:chExt cx="144360" cy="86760"/>
            </a:xfrm>
          </p:grpSpPr>
          <p:sp>
            <p:nvSpPr>
              <p:cNvPr id="234" name="Freeform 142"/>
              <p:cNvSpPr/>
              <p:nvPr/>
            </p:nvSpPr>
            <p:spPr>
              <a:xfrm>
                <a:off x="7044480" y="5970240"/>
                <a:ext cx="51480" cy="52920"/>
              </a:xfrm>
              <a:custGeom>
                <a:avLst/>
                <a:gdLst/>
                <a:ahLst/>
                <a:rect l="0" t="0" r="r" b="b"/>
                <a:pathLst>
                  <a:path w="143" h="147">
                    <a:moveTo>
                      <a:pt x="141" y="5"/>
                    </a:moveTo>
                    <a:cubicBezTo>
                      <a:pt x="141" y="5"/>
                      <a:pt x="142" y="4"/>
                      <a:pt x="142" y="2"/>
                    </a:cubicBezTo>
                    <a:cubicBezTo>
                      <a:pt x="142" y="0"/>
                      <a:pt x="141" y="0"/>
                      <a:pt x="137" y="0"/>
                    </a:cubicBezTo>
                    <a:lnTo>
                      <a:pt x="47" y="0"/>
                    </a:lnTo>
                    <a:cubicBezTo>
                      <a:pt x="42" y="0"/>
                      <a:pt x="41" y="0"/>
                      <a:pt x="40" y="5"/>
                    </a:cubicBezTo>
                    <a:lnTo>
                      <a:pt x="29" y="43"/>
                    </a:lnTo>
                    <a:cubicBezTo>
                      <a:pt x="28" y="44"/>
                      <a:pt x="28" y="45"/>
                      <a:pt x="28" y="45"/>
                    </a:cubicBezTo>
                    <a:cubicBezTo>
                      <a:pt x="28" y="46"/>
                      <a:pt x="28" y="48"/>
                      <a:pt x="30" y="48"/>
                    </a:cubicBezTo>
                    <a:cubicBezTo>
                      <a:pt x="32" y="48"/>
                      <a:pt x="33" y="47"/>
                      <a:pt x="33" y="46"/>
                    </a:cubicBezTo>
                    <a:cubicBezTo>
                      <a:pt x="41" y="21"/>
                      <a:pt x="52" y="7"/>
                      <a:pt x="85" y="7"/>
                    </a:cubicBezTo>
                    <a:lnTo>
                      <a:pt x="120" y="7"/>
                    </a:lnTo>
                    <a:lnTo>
                      <a:pt x="2" y="139"/>
                    </a:lnTo>
                    <a:lnTo>
                      <a:pt x="0" y="143"/>
                    </a:lnTo>
                    <a:cubicBezTo>
                      <a:pt x="0" y="146"/>
                      <a:pt x="2" y="146"/>
                      <a:pt x="5" y="146"/>
                    </a:cubicBezTo>
                    <a:lnTo>
                      <a:pt x="97" y="146"/>
                    </a:lnTo>
                    <a:cubicBezTo>
                      <a:pt x="104" y="146"/>
                      <a:pt x="104" y="146"/>
                      <a:pt x="104" y="141"/>
                    </a:cubicBezTo>
                    <a:lnTo>
                      <a:pt x="120" y="94"/>
                    </a:lnTo>
                    <a:cubicBezTo>
                      <a:pt x="120" y="94"/>
                      <a:pt x="121" y="92"/>
                      <a:pt x="121" y="90"/>
                    </a:cubicBezTo>
                    <a:cubicBezTo>
                      <a:pt x="121" y="90"/>
                      <a:pt x="120" y="89"/>
                      <a:pt x="118" y="89"/>
                    </a:cubicBezTo>
                    <a:cubicBezTo>
                      <a:pt x="117" y="89"/>
                      <a:pt x="116" y="90"/>
                      <a:pt x="114" y="94"/>
                    </a:cubicBezTo>
                    <a:cubicBezTo>
                      <a:pt x="105" y="123"/>
                      <a:pt x="95" y="138"/>
                      <a:pt x="59" y="138"/>
                    </a:cubicBezTo>
                    <a:lnTo>
                      <a:pt x="22" y="138"/>
                    </a:lnTo>
                    <a:lnTo>
                      <a:pt x="141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35" name="Freeform 143"/>
              <p:cNvSpPr/>
              <p:nvPr/>
            </p:nvSpPr>
            <p:spPr>
              <a:xfrm>
                <a:off x="7103880" y="5955480"/>
                <a:ext cx="20160" cy="35640"/>
              </a:xfrm>
              <a:custGeom>
                <a:avLst/>
                <a:gdLst/>
                <a:ahLst/>
                <a:rect l="0" t="0" r="r" b="b"/>
                <a:pathLst>
                  <a:path w="56" h="99">
                    <a:moveTo>
                      <a:pt x="33" y="5"/>
                    </a:moveTo>
                    <a:cubicBezTo>
                      <a:pt x="33" y="0"/>
                      <a:pt x="33" y="0"/>
                      <a:pt x="29" y="0"/>
                    </a:cubicBezTo>
                    <a:cubicBezTo>
                      <a:pt x="19" y="10"/>
                      <a:pt x="6" y="10"/>
                      <a:pt x="0" y="10"/>
                    </a:cubicBezTo>
                    <a:lnTo>
                      <a:pt x="0" y="15"/>
                    </a:lnTo>
                    <a:cubicBezTo>
                      <a:pt x="3" y="15"/>
                      <a:pt x="13" y="15"/>
                      <a:pt x="21" y="10"/>
                    </a:cubicBezTo>
                    <a:lnTo>
                      <a:pt x="21" y="86"/>
                    </a:lnTo>
                    <a:cubicBezTo>
                      <a:pt x="21" y="92"/>
                      <a:pt x="21" y="93"/>
                      <a:pt x="7" y="93"/>
                    </a:cubicBezTo>
                    <a:lnTo>
                      <a:pt x="1" y="93"/>
                    </a:lnTo>
                    <a:lnTo>
                      <a:pt x="1" y="98"/>
                    </a:lnTo>
                    <a:cubicBezTo>
                      <a:pt x="4" y="98"/>
                      <a:pt x="23" y="98"/>
                      <a:pt x="28" y="98"/>
                    </a:cubicBezTo>
                    <a:cubicBezTo>
                      <a:pt x="32" y="98"/>
                      <a:pt x="51" y="98"/>
                      <a:pt x="55" y="98"/>
                    </a:cubicBezTo>
                    <a:lnTo>
                      <a:pt x="55" y="93"/>
                    </a:lnTo>
                    <a:lnTo>
                      <a:pt x="49" y="93"/>
                    </a:lnTo>
                    <a:cubicBezTo>
                      <a:pt x="33" y="93"/>
                      <a:pt x="33" y="92"/>
                      <a:pt x="33" y="86"/>
                    </a:cubicBezTo>
                    <a:lnTo>
                      <a:pt x="33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36" name="Freeform 144"/>
              <p:cNvSpPr/>
              <p:nvPr/>
            </p:nvSpPr>
            <p:spPr>
              <a:xfrm>
                <a:off x="7094880" y="6008040"/>
                <a:ext cx="18720" cy="34560"/>
              </a:xfrm>
              <a:custGeom>
                <a:avLst/>
                <a:gdLst/>
                <a:ahLst/>
                <a:rect l="0" t="0" r="r" b="b"/>
                <a:pathLst>
                  <a:path w="52" h="96">
                    <a:moveTo>
                      <a:pt x="30" y="34"/>
                    </a:moveTo>
                    <a:lnTo>
                      <a:pt x="46" y="34"/>
                    </a:lnTo>
                    <a:cubicBezTo>
                      <a:pt x="49" y="34"/>
                      <a:pt x="51" y="34"/>
                      <a:pt x="51" y="31"/>
                    </a:cubicBezTo>
                    <a:cubicBezTo>
                      <a:pt x="51" y="29"/>
                      <a:pt x="49" y="29"/>
                      <a:pt x="46" y="29"/>
                    </a:cubicBezTo>
                    <a:lnTo>
                      <a:pt x="32" y="29"/>
                    </a:lnTo>
                    <a:lnTo>
                      <a:pt x="37" y="7"/>
                    </a:lnTo>
                    <a:cubicBezTo>
                      <a:pt x="37" y="6"/>
                      <a:pt x="37" y="5"/>
                      <a:pt x="37" y="5"/>
                    </a:cubicBezTo>
                    <a:cubicBezTo>
                      <a:pt x="37" y="2"/>
                      <a:pt x="36" y="0"/>
                      <a:pt x="32" y="0"/>
                    </a:cubicBezTo>
                    <a:cubicBezTo>
                      <a:pt x="29" y="0"/>
                      <a:pt x="27" y="3"/>
                      <a:pt x="25" y="6"/>
                    </a:cubicBezTo>
                    <a:cubicBezTo>
                      <a:pt x="25" y="10"/>
                      <a:pt x="27" y="3"/>
                      <a:pt x="20" y="29"/>
                    </a:cubicBezTo>
                    <a:lnTo>
                      <a:pt x="4" y="29"/>
                    </a:lnTo>
                    <a:cubicBezTo>
                      <a:pt x="2" y="29"/>
                      <a:pt x="0" y="29"/>
                      <a:pt x="0" y="32"/>
                    </a:cubicBezTo>
                    <a:cubicBezTo>
                      <a:pt x="0" y="34"/>
                      <a:pt x="2" y="34"/>
                      <a:pt x="4" y="34"/>
                    </a:cubicBezTo>
                    <a:lnTo>
                      <a:pt x="19" y="34"/>
                    </a:lnTo>
                    <a:lnTo>
                      <a:pt x="10" y="70"/>
                    </a:lnTo>
                    <a:cubicBezTo>
                      <a:pt x="10" y="74"/>
                      <a:pt x="8" y="78"/>
                      <a:pt x="8" y="81"/>
                    </a:cubicBezTo>
                    <a:cubicBezTo>
                      <a:pt x="8" y="90"/>
                      <a:pt x="15" y="95"/>
                      <a:pt x="23" y="95"/>
                    </a:cubicBezTo>
                    <a:cubicBezTo>
                      <a:pt x="40" y="95"/>
                      <a:pt x="49" y="74"/>
                      <a:pt x="49" y="72"/>
                    </a:cubicBezTo>
                    <a:cubicBezTo>
                      <a:pt x="49" y="71"/>
                      <a:pt x="48" y="71"/>
                      <a:pt x="48" y="71"/>
                    </a:cubicBezTo>
                    <a:cubicBezTo>
                      <a:pt x="45" y="71"/>
                      <a:pt x="45" y="71"/>
                      <a:pt x="44" y="73"/>
                    </a:cubicBezTo>
                    <a:cubicBezTo>
                      <a:pt x="40" y="82"/>
                      <a:pt x="32" y="90"/>
                      <a:pt x="24" y="90"/>
                    </a:cubicBezTo>
                    <a:cubicBezTo>
                      <a:pt x="21" y="90"/>
                      <a:pt x="19" y="89"/>
                      <a:pt x="19" y="83"/>
                    </a:cubicBezTo>
                    <a:cubicBezTo>
                      <a:pt x="19" y="82"/>
                      <a:pt x="20" y="78"/>
                      <a:pt x="20" y="77"/>
                    </a:cubicBezTo>
                    <a:lnTo>
                      <a:pt x="30" y="34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37" name="Freeform 145"/>
              <p:cNvSpPr/>
              <p:nvPr/>
            </p:nvSpPr>
            <p:spPr>
              <a:xfrm>
                <a:off x="7121160" y="6026760"/>
                <a:ext cx="36720" cy="3240"/>
              </a:xfrm>
              <a:custGeom>
                <a:avLst/>
                <a:gdLst/>
                <a:ahLst/>
                <a:rect l="0" t="0" r="r" b="b"/>
                <a:pathLst>
                  <a:path w="102" h="9">
                    <a:moveTo>
                      <a:pt x="95" y="8"/>
                    </a:moveTo>
                    <a:cubicBezTo>
                      <a:pt x="97" y="8"/>
                      <a:pt x="101" y="8"/>
                      <a:pt x="101" y="4"/>
                    </a:cubicBezTo>
                    <a:cubicBezTo>
                      <a:pt x="101" y="0"/>
                      <a:pt x="97" y="0"/>
                      <a:pt x="95" y="0"/>
                    </a:cubicBezTo>
                    <a:lnTo>
                      <a:pt x="6" y="0"/>
                    </a:lnTo>
                    <a:cubicBezTo>
                      <a:pt x="3" y="0"/>
                      <a:pt x="0" y="0"/>
                      <a:pt x="0" y="4"/>
                    </a:cubicBezTo>
                    <a:cubicBezTo>
                      <a:pt x="0" y="8"/>
                      <a:pt x="3" y="8"/>
                      <a:pt x="6" y="8"/>
                    </a:cubicBezTo>
                    <a:lnTo>
                      <a:pt x="95" y="8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38" name="Freeform 146"/>
              <p:cNvSpPr/>
              <p:nvPr/>
            </p:nvSpPr>
            <p:spPr>
              <a:xfrm>
                <a:off x="7169040" y="6005880"/>
                <a:ext cx="20160" cy="35640"/>
              </a:xfrm>
              <a:custGeom>
                <a:avLst/>
                <a:gdLst/>
                <a:ahLst/>
                <a:rect l="0" t="0" r="r" b="b"/>
                <a:pathLst>
                  <a:path w="56" h="99">
                    <a:moveTo>
                      <a:pt x="33" y="4"/>
                    </a:moveTo>
                    <a:cubicBezTo>
                      <a:pt x="33" y="0"/>
                      <a:pt x="33" y="0"/>
                      <a:pt x="29" y="0"/>
                    </a:cubicBezTo>
                    <a:cubicBezTo>
                      <a:pt x="19" y="9"/>
                      <a:pt x="6" y="9"/>
                      <a:pt x="0" y="9"/>
                    </a:cubicBezTo>
                    <a:lnTo>
                      <a:pt x="0" y="15"/>
                    </a:lnTo>
                    <a:cubicBezTo>
                      <a:pt x="3" y="15"/>
                      <a:pt x="13" y="15"/>
                      <a:pt x="21" y="10"/>
                    </a:cubicBezTo>
                    <a:lnTo>
                      <a:pt x="21" y="86"/>
                    </a:lnTo>
                    <a:cubicBezTo>
                      <a:pt x="21" y="91"/>
                      <a:pt x="21" y="93"/>
                      <a:pt x="7" y="93"/>
                    </a:cubicBezTo>
                    <a:lnTo>
                      <a:pt x="1" y="93"/>
                    </a:lnTo>
                    <a:lnTo>
                      <a:pt x="1" y="98"/>
                    </a:lnTo>
                    <a:cubicBezTo>
                      <a:pt x="3" y="98"/>
                      <a:pt x="22" y="97"/>
                      <a:pt x="27" y="97"/>
                    </a:cubicBezTo>
                    <a:cubicBezTo>
                      <a:pt x="32" y="97"/>
                      <a:pt x="51" y="98"/>
                      <a:pt x="55" y="98"/>
                    </a:cubicBezTo>
                    <a:lnTo>
                      <a:pt x="55" y="93"/>
                    </a:lnTo>
                    <a:lnTo>
                      <a:pt x="48" y="93"/>
                    </a:lnTo>
                    <a:cubicBezTo>
                      <a:pt x="33" y="93"/>
                      <a:pt x="33" y="91"/>
                      <a:pt x="33" y="86"/>
                    </a:cubicBezTo>
                    <a:lnTo>
                      <a:pt x="33" y="4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239" name="Group 147"/>
            <p:cNvGrpSpPr/>
            <p:nvPr/>
          </p:nvGrpSpPr>
          <p:grpSpPr>
            <a:xfrm>
              <a:off x="8224920" y="5176800"/>
              <a:ext cx="72720" cy="86040"/>
              <a:chOff x="8224920" y="5176800"/>
              <a:chExt cx="72720" cy="86040"/>
            </a:xfrm>
          </p:grpSpPr>
          <p:sp>
            <p:nvSpPr>
              <p:cNvPr id="240" name="Freeform 148"/>
              <p:cNvSpPr/>
              <p:nvPr/>
            </p:nvSpPr>
            <p:spPr>
              <a:xfrm>
                <a:off x="8224920" y="5189760"/>
                <a:ext cx="46080" cy="55800"/>
              </a:xfrm>
              <a:custGeom>
                <a:avLst/>
                <a:gdLst/>
                <a:ahLst/>
                <a:rect l="0" t="0" r="r" b="b"/>
                <a:pathLst>
                  <a:path w="128" h="155">
                    <a:moveTo>
                      <a:pt x="127" y="2"/>
                    </a:moveTo>
                    <a:cubicBezTo>
                      <a:pt x="127" y="2"/>
                      <a:pt x="126" y="0"/>
                      <a:pt x="124" y="0"/>
                    </a:cubicBezTo>
                    <a:cubicBezTo>
                      <a:pt x="123" y="0"/>
                      <a:pt x="123" y="0"/>
                      <a:pt x="120" y="3"/>
                    </a:cubicBezTo>
                    <a:lnTo>
                      <a:pt x="110" y="16"/>
                    </a:lnTo>
                    <a:cubicBezTo>
                      <a:pt x="104" y="5"/>
                      <a:pt x="94" y="0"/>
                      <a:pt x="80" y="0"/>
                    </a:cubicBezTo>
                    <a:cubicBezTo>
                      <a:pt x="52" y="0"/>
                      <a:pt x="28" y="24"/>
                      <a:pt x="28" y="50"/>
                    </a:cubicBezTo>
                    <a:cubicBezTo>
                      <a:pt x="28" y="67"/>
                      <a:pt x="38" y="76"/>
                      <a:pt x="49" y="80"/>
                    </a:cubicBezTo>
                    <a:lnTo>
                      <a:pt x="72" y="85"/>
                    </a:lnTo>
                    <a:cubicBezTo>
                      <a:pt x="80" y="89"/>
                      <a:pt x="92" y="91"/>
                      <a:pt x="92" y="109"/>
                    </a:cubicBezTo>
                    <a:cubicBezTo>
                      <a:pt x="92" y="127"/>
                      <a:pt x="74" y="148"/>
                      <a:pt x="53" y="148"/>
                    </a:cubicBezTo>
                    <a:cubicBezTo>
                      <a:pt x="40" y="148"/>
                      <a:pt x="17" y="142"/>
                      <a:pt x="17" y="116"/>
                    </a:cubicBezTo>
                    <a:cubicBezTo>
                      <a:pt x="17" y="111"/>
                      <a:pt x="18" y="106"/>
                      <a:pt x="18" y="105"/>
                    </a:cubicBezTo>
                    <a:cubicBezTo>
                      <a:pt x="18" y="104"/>
                      <a:pt x="18" y="104"/>
                      <a:pt x="18" y="104"/>
                    </a:cubicBezTo>
                    <a:cubicBezTo>
                      <a:pt x="18" y="101"/>
                      <a:pt x="17" y="101"/>
                      <a:pt x="16" y="101"/>
                    </a:cubicBezTo>
                    <a:cubicBezTo>
                      <a:pt x="14" y="101"/>
                      <a:pt x="14" y="101"/>
                      <a:pt x="13" y="102"/>
                    </a:cubicBezTo>
                    <a:cubicBezTo>
                      <a:pt x="12" y="103"/>
                      <a:pt x="0" y="151"/>
                      <a:pt x="0" y="151"/>
                    </a:cubicBezTo>
                    <a:cubicBezTo>
                      <a:pt x="0" y="153"/>
                      <a:pt x="2" y="154"/>
                      <a:pt x="3" y="154"/>
                    </a:cubicBezTo>
                    <a:cubicBezTo>
                      <a:pt x="4" y="154"/>
                      <a:pt x="4" y="154"/>
                      <a:pt x="7" y="151"/>
                    </a:cubicBezTo>
                    <a:lnTo>
                      <a:pt x="18" y="139"/>
                    </a:lnTo>
                    <a:cubicBezTo>
                      <a:pt x="26" y="151"/>
                      <a:pt x="40" y="154"/>
                      <a:pt x="52" y="154"/>
                    </a:cubicBezTo>
                    <a:cubicBezTo>
                      <a:pt x="82" y="154"/>
                      <a:pt x="107" y="126"/>
                      <a:pt x="107" y="100"/>
                    </a:cubicBezTo>
                    <a:cubicBezTo>
                      <a:pt x="107" y="85"/>
                      <a:pt x="100" y="78"/>
                      <a:pt x="97" y="75"/>
                    </a:cubicBezTo>
                    <a:cubicBezTo>
                      <a:pt x="92" y="70"/>
                      <a:pt x="89" y="70"/>
                      <a:pt x="70" y="64"/>
                    </a:cubicBezTo>
                    <a:cubicBezTo>
                      <a:pt x="65" y="63"/>
                      <a:pt x="57" y="61"/>
                      <a:pt x="56" y="61"/>
                    </a:cubicBezTo>
                    <a:cubicBezTo>
                      <a:pt x="50" y="58"/>
                      <a:pt x="42" y="52"/>
                      <a:pt x="42" y="40"/>
                    </a:cubicBezTo>
                    <a:cubicBezTo>
                      <a:pt x="42" y="24"/>
                      <a:pt x="59" y="5"/>
                      <a:pt x="80" y="5"/>
                    </a:cubicBezTo>
                    <a:cubicBezTo>
                      <a:pt x="98" y="5"/>
                      <a:pt x="110" y="15"/>
                      <a:pt x="110" y="39"/>
                    </a:cubicBezTo>
                    <a:cubicBezTo>
                      <a:pt x="110" y="45"/>
                      <a:pt x="110" y="49"/>
                      <a:pt x="110" y="50"/>
                    </a:cubicBezTo>
                    <a:cubicBezTo>
                      <a:pt x="110" y="51"/>
                      <a:pt x="110" y="52"/>
                      <a:pt x="112" y="52"/>
                    </a:cubicBezTo>
                    <a:cubicBezTo>
                      <a:pt x="113" y="52"/>
                      <a:pt x="114" y="52"/>
                      <a:pt x="115" y="49"/>
                    </a:cubicBezTo>
                    <a:lnTo>
                      <a:pt x="127" y="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41" name="Freeform 149"/>
              <p:cNvSpPr/>
              <p:nvPr/>
            </p:nvSpPr>
            <p:spPr>
              <a:xfrm>
                <a:off x="8278200" y="5176800"/>
                <a:ext cx="19800" cy="35640"/>
              </a:xfrm>
              <a:custGeom>
                <a:avLst/>
                <a:gdLst/>
                <a:ahLst/>
                <a:rect l="0" t="0" r="r" b="b"/>
                <a:pathLst>
                  <a:path w="55" h="99">
                    <a:moveTo>
                      <a:pt x="33" y="4"/>
                    </a:moveTo>
                    <a:cubicBezTo>
                      <a:pt x="33" y="0"/>
                      <a:pt x="33" y="0"/>
                      <a:pt x="29" y="0"/>
                    </a:cubicBezTo>
                    <a:cubicBezTo>
                      <a:pt x="19" y="9"/>
                      <a:pt x="6" y="9"/>
                      <a:pt x="0" y="9"/>
                    </a:cubicBezTo>
                    <a:lnTo>
                      <a:pt x="0" y="15"/>
                    </a:lnTo>
                    <a:cubicBezTo>
                      <a:pt x="3" y="15"/>
                      <a:pt x="13" y="15"/>
                      <a:pt x="21" y="10"/>
                    </a:cubicBezTo>
                    <a:lnTo>
                      <a:pt x="21" y="86"/>
                    </a:lnTo>
                    <a:cubicBezTo>
                      <a:pt x="21" y="91"/>
                      <a:pt x="21" y="93"/>
                      <a:pt x="7" y="93"/>
                    </a:cubicBezTo>
                    <a:lnTo>
                      <a:pt x="1" y="93"/>
                    </a:lnTo>
                    <a:lnTo>
                      <a:pt x="1" y="98"/>
                    </a:lnTo>
                    <a:cubicBezTo>
                      <a:pt x="3" y="98"/>
                      <a:pt x="22" y="97"/>
                      <a:pt x="28" y="97"/>
                    </a:cubicBezTo>
                    <a:cubicBezTo>
                      <a:pt x="32" y="97"/>
                      <a:pt x="51" y="98"/>
                      <a:pt x="54" y="98"/>
                    </a:cubicBezTo>
                    <a:lnTo>
                      <a:pt x="54" y="93"/>
                    </a:lnTo>
                    <a:lnTo>
                      <a:pt x="48" y="93"/>
                    </a:lnTo>
                    <a:cubicBezTo>
                      <a:pt x="33" y="93"/>
                      <a:pt x="33" y="91"/>
                      <a:pt x="33" y="86"/>
                    </a:cubicBezTo>
                    <a:lnTo>
                      <a:pt x="33" y="4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42" name="Freeform 150"/>
              <p:cNvSpPr/>
              <p:nvPr/>
            </p:nvSpPr>
            <p:spPr>
              <a:xfrm>
                <a:off x="8269920" y="5229000"/>
                <a:ext cx="18720" cy="34200"/>
              </a:xfrm>
              <a:custGeom>
                <a:avLst/>
                <a:gdLst/>
                <a:ahLst/>
                <a:rect l="0" t="0" r="r" b="b"/>
                <a:pathLst>
                  <a:path w="52" h="95">
                    <a:moveTo>
                      <a:pt x="31" y="34"/>
                    </a:moveTo>
                    <a:lnTo>
                      <a:pt x="46" y="34"/>
                    </a:lnTo>
                    <a:cubicBezTo>
                      <a:pt x="49" y="34"/>
                      <a:pt x="51" y="34"/>
                      <a:pt x="51" y="31"/>
                    </a:cubicBezTo>
                    <a:cubicBezTo>
                      <a:pt x="51" y="28"/>
                      <a:pt x="49" y="28"/>
                      <a:pt x="47" y="28"/>
                    </a:cubicBezTo>
                    <a:lnTo>
                      <a:pt x="32" y="28"/>
                    </a:lnTo>
                    <a:lnTo>
                      <a:pt x="38" y="7"/>
                    </a:lnTo>
                    <a:cubicBezTo>
                      <a:pt x="38" y="6"/>
                      <a:pt x="38" y="5"/>
                      <a:pt x="38" y="4"/>
                    </a:cubicBezTo>
                    <a:cubicBezTo>
                      <a:pt x="38" y="2"/>
                      <a:pt x="37" y="0"/>
                      <a:pt x="33" y="0"/>
                    </a:cubicBezTo>
                    <a:cubicBezTo>
                      <a:pt x="29" y="0"/>
                      <a:pt x="28" y="2"/>
                      <a:pt x="26" y="6"/>
                    </a:cubicBezTo>
                    <a:cubicBezTo>
                      <a:pt x="25" y="9"/>
                      <a:pt x="27" y="3"/>
                      <a:pt x="21" y="28"/>
                    </a:cubicBezTo>
                    <a:lnTo>
                      <a:pt x="5" y="28"/>
                    </a:lnTo>
                    <a:cubicBezTo>
                      <a:pt x="2" y="28"/>
                      <a:pt x="0" y="28"/>
                      <a:pt x="0" y="32"/>
                    </a:cubicBezTo>
                    <a:cubicBezTo>
                      <a:pt x="0" y="34"/>
                      <a:pt x="2" y="34"/>
                      <a:pt x="5" y="34"/>
                    </a:cubicBezTo>
                    <a:lnTo>
                      <a:pt x="19" y="34"/>
                    </a:lnTo>
                    <a:lnTo>
                      <a:pt x="10" y="70"/>
                    </a:lnTo>
                    <a:cubicBezTo>
                      <a:pt x="10" y="73"/>
                      <a:pt x="8" y="78"/>
                      <a:pt x="8" y="80"/>
                    </a:cubicBezTo>
                    <a:cubicBezTo>
                      <a:pt x="8" y="89"/>
                      <a:pt x="16" y="94"/>
                      <a:pt x="24" y="94"/>
                    </a:cubicBezTo>
                    <a:cubicBezTo>
                      <a:pt x="40" y="94"/>
                      <a:pt x="50" y="73"/>
                      <a:pt x="50" y="72"/>
                    </a:cubicBezTo>
                    <a:cubicBezTo>
                      <a:pt x="50" y="70"/>
                      <a:pt x="48" y="70"/>
                      <a:pt x="48" y="70"/>
                    </a:cubicBezTo>
                    <a:cubicBezTo>
                      <a:pt x="45" y="70"/>
                      <a:pt x="45" y="70"/>
                      <a:pt x="44" y="73"/>
                    </a:cubicBezTo>
                    <a:cubicBezTo>
                      <a:pt x="40" y="82"/>
                      <a:pt x="33" y="90"/>
                      <a:pt x="25" y="90"/>
                    </a:cubicBezTo>
                    <a:cubicBezTo>
                      <a:pt x="21" y="90"/>
                      <a:pt x="19" y="89"/>
                      <a:pt x="19" y="82"/>
                    </a:cubicBezTo>
                    <a:cubicBezTo>
                      <a:pt x="19" y="82"/>
                      <a:pt x="20" y="78"/>
                      <a:pt x="20" y="77"/>
                    </a:cubicBezTo>
                    <a:lnTo>
                      <a:pt x="31" y="34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243" name="Group 151"/>
            <p:cNvGrpSpPr/>
            <p:nvPr/>
          </p:nvGrpSpPr>
          <p:grpSpPr>
            <a:xfrm>
              <a:off x="8215920" y="5563800"/>
              <a:ext cx="92160" cy="86400"/>
              <a:chOff x="8215920" y="5563800"/>
              <a:chExt cx="92160" cy="86400"/>
            </a:xfrm>
          </p:grpSpPr>
          <p:sp>
            <p:nvSpPr>
              <p:cNvPr id="244" name="Freeform 152"/>
              <p:cNvSpPr/>
              <p:nvPr/>
            </p:nvSpPr>
            <p:spPr>
              <a:xfrm>
                <a:off x="8215920" y="5578560"/>
                <a:ext cx="63360" cy="52560"/>
              </a:xfrm>
              <a:custGeom>
                <a:avLst/>
                <a:gdLst/>
                <a:ahLst/>
                <a:rect l="0" t="0" r="r" b="b"/>
                <a:pathLst>
                  <a:path w="176" h="146">
                    <a:moveTo>
                      <a:pt x="97" y="57"/>
                    </a:moveTo>
                    <a:lnTo>
                      <a:pt x="79" y="15"/>
                    </a:lnTo>
                    <a:cubicBezTo>
                      <a:pt x="78" y="13"/>
                      <a:pt x="78" y="13"/>
                      <a:pt x="78" y="12"/>
                    </a:cubicBezTo>
                    <a:cubicBezTo>
                      <a:pt x="78" y="11"/>
                      <a:pt x="82" y="7"/>
                      <a:pt x="91" y="7"/>
                    </a:cubicBezTo>
                    <a:cubicBezTo>
                      <a:pt x="93" y="6"/>
                      <a:pt x="95" y="6"/>
                      <a:pt x="95" y="2"/>
                    </a:cubicBezTo>
                    <a:cubicBezTo>
                      <a:pt x="95" y="0"/>
                      <a:pt x="93" y="0"/>
                      <a:pt x="92" y="0"/>
                    </a:cubicBezTo>
                    <a:cubicBezTo>
                      <a:pt x="83" y="0"/>
                      <a:pt x="74" y="0"/>
                      <a:pt x="65" y="0"/>
                    </a:cubicBezTo>
                    <a:cubicBezTo>
                      <a:pt x="60" y="0"/>
                      <a:pt x="46" y="0"/>
                      <a:pt x="41" y="0"/>
                    </a:cubicBezTo>
                    <a:cubicBezTo>
                      <a:pt x="40" y="0"/>
                      <a:pt x="37" y="0"/>
                      <a:pt x="37" y="4"/>
                    </a:cubicBezTo>
                    <a:cubicBezTo>
                      <a:pt x="37" y="7"/>
                      <a:pt x="40" y="7"/>
                      <a:pt x="43" y="7"/>
                    </a:cubicBezTo>
                    <a:cubicBezTo>
                      <a:pt x="55" y="7"/>
                      <a:pt x="57" y="8"/>
                      <a:pt x="58" y="13"/>
                    </a:cubicBezTo>
                    <a:lnTo>
                      <a:pt x="83" y="73"/>
                    </a:lnTo>
                    <a:lnTo>
                      <a:pt x="38" y="121"/>
                    </a:lnTo>
                    <a:lnTo>
                      <a:pt x="36" y="123"/>
                    </a:lnTo>
                    <a:cubicBezTo>
                      <a:pt x="25" y="134"/>
                      <a:pt x="16" y="137"/>
                      <a:pt x="4" y="138"/>
                    </a:cubicBezTo>
                    <a:cubicBezTo>
                      <a:pt x="2" y="139"/>
                      <a:pt x="0" y="139"/>
                      <a:pt x="0" y="142"/>
                    </a:cubicBezTo>
                    <a:cubicBezTo>
                      <a:pt x="0" y="142"/>
                      <a:pt x="0" y="145"/>
                      <a:pt x="3" y="145"/>
                    </a:cubicBezTo>
                    <a:cubicBezTo>
                      <a:pt x="10" y="145"/>
                      <a:pt x="17" y="144"/>
                      <a:pt x="23" y="144"/>
                    </a:cubicBezTo>
                    <a:cubicBezTo>
                      <a:pt x="30" y="144"/>
                      <a:pt x="39" y="145"/>
                      <a:pt x="46" y="145"/>
                    </a:cubicBezTo>
                    <a:cubicBezTo>
                      <a:pt x="48" y="145"/>
                      <a:pt x="50" y="145"/>
                      <a:pt x="50" y="140"/>
                    </a:cubicBezTo>
                    <a:cubicBezTo>
                      <a:pt x="50" y="139"/>
                      <a:pt x="48" y="138"/>
                      <a:pt x="48" y="138"/>
                    </a:cubicBezTo>
                    <a:cubicBezTo>
                      <a:pt x="46" y="138"/>
                      <a:pt x="40" y="137"/>
                      <a:pt x="40" y="131"/>
                    </a:cubicBezTo>
                    <a:cubicBezTo>
                      <a:pt x="40" y="128"/>
                      <a:pt x="43" y="125"/>
                      <a:pt x="44" y="122"/>
                    </a:cubicBezTo>
                    <a:lnTo>
                      <a:pt x="67" y="99"/>
                    </a:lnTo>
                    <a:lnTo>
                      <a:pt x="86" y="78"/>
                    </a:lnTo>
                    <a:lnTo>
                      <a:pt x="107" y="129"/>
                    </a:lnTo>
                    <a:cubicBezTo>
                      <a:pt x="108" y="131"/>
                      <a:pt x="109" y="131"/>
                      <a:pt x="109" y="132"/>
                    </a:cubicBezTo>
                    <a:cubicBezTo>
                      <a:pt x="109" y="133"/>
                      <a:pt x="104" y="137"/>
                      <a:pt x="96" y="138"/>
                    </a:cubicBezTo>
                    <a:cubicBezTo>
                      <a:pt x="93" y="139"/>
                      <a:pt x="91" y="139"/>
                      <a:pt x="91" y="142"/>
                    </a:cubicBezTo>
                    <a:cubicBezTo>
                      <a:pt x="91" y="145"/>
                      <a:pt x="94" y="145"/>
                      <a:pt x="95" y="145"/>
                    </a:cubicBezTo>
                    <a:cubicBezTo>
                      <a:pt x="101" y="145"/>
                      <a:pt x="116" y="144"/>
                      <a:pt x="121" y="144"/>
                    </a:cubicBezTo>
                    <a:cubicBezTo>
                      <a:pt x="127" y="144"/>
                      <a:pt x="139" y="145"/>
                      <a:pt x="145" y="145"/>
                    </a:cubicBezTo>
                    <a:cubicBezTo>
                      <a:pt x="147" y="145"/>
                      <a:pt x="150" y="145"/>
                      <a:pt x="150" y="141"/>
                    </a:cubicBezTo>
                    <a:cubicBezTo>
                      <a:pt x="150" y="138"/>
                      <a:pt x="147" y="138"/>
                      <a:pt x="145" y="138"/>
                    </a:cubicBezTo>
                    <a:cubicBezTo>
                      <a:pt x="131" y="138"/>
                      <a:pt x="130" y="137"/>
                      <a:pt x="128" y="129"/>
                    </a:cubicBezTo>
                    <a:cubicBezTo>
                      <a:pt x="119" y="109"/>
                      <a:pt x="105" y="76"/>
                      <a:pt x="100" y="63"/>
                    </a:cubicBezTo>
                    <a:cubicBezTo>
                      <a:pt x="114" y="48"/>
                      <a:pt x="136" y="23"/>
                      <a:pt x="143" y="17"/>
                    </a:cubicBezTo>
                    <a:cubicBezTo>
                      <a:pt x="150" y="12"/>
                      <a:pt x="157" y="7"/>
                      <a:pt x="170" y="7"/>
                    </a:cubicBezTo>
                    <a:cubicBezTo>
                      <a:pt x="173" y="6"/>
                      <a:pt x="175" y="6"/>
                      <a:pt x="175" y="2"/>
                    </a:cubicBezTo>
                    <a:cubicBezTo>
                      <a:pt x="175" y="2"/>
                      <a:pt x="175" y="0"/>
                      <a:pt x="172" y="0"/>
                    </a:cubicBezTo>
                    <a:cubicBezTo>
                      <a:pt x="166" y="0"/>
                      <a:pt x="159" y="0"/>
                      <a:pt x="152" y="0"/>
                    </a:cubicBezTo>
                    <a:cubicBezTo>
                      <a:pt x="144" y="0"/>
                      <a:pt x="136" y="0"/>
                      <a:pt x="129" y="0"/>
                    </a:cubicBezTo>
                    <a:cubicBezTo>
                      <a:pt x="128" y="0"/>
                      <a:pt x="124" y="0"/>
                      <a:pt x="124" y="4"/>
                    </a:cubicBezTo>
                    <a:cubicBezTo>
                      <a:pt x="124" y="5"/>
                      <a:pt x="126" y="6"/>
                      <a:pt x="128" y="7"/>
                    </a:cubicBezTo>
                    <a:cubicBezTo>
                      <a:pt x="129" y="7"/>
                      <a:pt x="136" y="7"/>
                      <a:pt x="136" y="13"/>
                    </a:cubicBezTo>
                    <a:cubicBezTo>
                      <a:pt x="136" y="17"/>
                      <a:pt x="133" y="19"/>
                      <a:pt x="131" y="21"/>
                    </a:cubicBezTo>
                    <a:lnTo>
                      <a:pt x="97" y="57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45" name="Freeform 153"/>
              <p:cNvSpPr/>
              <p:nvPr/>
            </p:nvSpPr>
            <p:spPr>
              <a:xfrm>
                <a:off x="8288640" y="5563800"/>
                <a:ext cx="19800" cy="35640"/>
              </a:xfrm>
              <a:custGeom>
                <a:avLst/>
                <a:gdLst/>
                <a:ahLst/>
                <a:rect l="0" t="0" r="r" b="b"/>
                <a:pathLst>
                  <a:path w="55" h="99">
                    <a:moveTo>
                      <a:pt x="33" y="4"/>
                    </a:moveTo>
                    <a:cubicBezTo>
                      <a:pt x="33" y="0"/>
                      <a:pt x="33" y="0"/>
                      <a:pt x="29" y="0"/>
                    </a:cubicBezTo>
                    <a:cubicBezTo>
                      <a:pt x="19" y="10"/>
                      <a:pt x="6" y="10"/>
                      <a:pt x="0" y="10"/>
                    </a:cubicBezTo>
                    <a:lnTo>
                      <a:pt x="0" y="15"/>
                    </a:lnTo>
                    <a:cubicBezTo>
                      <a:pt x="3" y="15"/>
                      <a:pt x="13" y="15"/>
                      <a:pt x="21" y="10"/>
                    </a:cubicBezTo>
                    <a:lnTo>
                      <a:pt x="21" y="86"/>
                    </a:lnTo>
                    <a:cubicBezTo>
                      <a:pt x="21" y="91"/>
                      <a:pt x="21" y="93"/>
                      <a:pt x="7" y="93"/>
                    </a:cubicBezTo>
                    <a:lnTo>
                      <a:pt x="1" y="93"/>
                    </a:lnTo>
                    <a:lnTo>
                      <a:pt x="1" y="98"/>
                    </a:lnTo>
                    <a:cubicBezTo>
                      <a:pt x="4" y="98"/>
                      <a:pt x="22" y="98"/>
                      <a:pt x="28" y="98"/>
                    </a:cubicBezTo>
                    <a:cubicBezTo>
                      <a:pt x="32" y="98"/>
                      <a:pt x="51" y="98"/>
                      <a:pt x="54" y="98"/>
                    </a:cubicBezTo>
                    <a:lnTo>
                      <a:pt x="54" y="93"/>
                    </a:lnTo>
                    <a:lnTo>
                      <a:pt x="49" y="93"/>
                    </a:lnTo>
                    <a:cubicBezTo>
                      <a:pt x="33" y="93"/>
                      <a:pt x="33" y="91"/>
                      <a:pt x="33" y="86"/>
                    </a:cubicBezTo>
                    <a:lnTo>
                      <a:pt x="33" y="4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46" name="Freeform 154"/>
              <p:cNvSpPr/>
              <p:nvPr/>
            </p:nvSpPr>
            <p:spPr>
              <a:xfrm>
                <a:off x="8278920" y="5616000"/>
                <a:ext cx="18360" cy="34560"/>
              </a:xfrm>
              <a:custGeom>
                <a:avLst/>
                <a:gdLst/>
                <a:ahLst/>
                <a:rect l="0" t="0" r="r" b="b"/>
                <a:pathLst>
                  <a:path w="51" h="96">
                    <a:moveTo>
                      <a:pt x="30" y="35"/>
                    </a:moveTo>
                    <a:lnTo>
                      <a:pt x="46" y="35"/>
                    </a:lnTo>
                    <a:cubicBezTo>
                      <a:pt x="49" y="35"/>
                      <a:pt x="50" y="35"/>
                      <a:pt x="50" y="31"/>
                    </a:cubicBezTo>
                    <a:cubicBezTo>
                      <a:pt x="50" y="29"/>
                      <a:pt x="49" y="29"/>
                      <a:pt x="46" y="29"/>
                    </a:cubicBezTo>
                    <a:lnTo>
                      <a:pt x="32" y="29"/>
                    </a:lnTo>
                    <a:lnTo>
                      <a:pt x="38" y="7"/>
                    </a:lnTo>
                    <a:lnTo>
                      <a:pt x="38" y="5"/>
                    </a:lnTo>
                    <a:cubicBezTo>
                      <a:pt x="38" y="2"/>
                      <a:pt x="36" y="0"/>
                      <a:pt x="33" y="0"/>
                    </a:cubicBezTo>
                    <a:cubicBezTo>
                      <a:pt x="29" y="0"/>
                      <a:pt x="27" y="3"/>
                      <a:pt x="26" y="7"/>
                    </a:cubicBezTo>
                    <a:cubicBezTo>
                      <a:pt x="25" y="10"/>
                      <a:pt x="27" y="3"/>
                      <a:pt x="20" y="29"/>
                    </a:cubicBezTo>
                    <a:lnTo>
                      <a:pt x="5" y="29"/>
                    </a:lnTo>
                    <a:cubicBezTo>
                      <a:pt x="2" y="29"/>
                      <a:pt x="0" y="29"/>
                      <a:pt x="0" y="33"/>
                    </a:cubicBezTo>
                    <a:cubicBezTo>
                      <a:pt x="0" y="35"/>
                      <a:pt x="2" y="35"/>
                      <a:pt x="5" y="35"/>
                    </a:cubicBezTo>
                    <a:lnTo>
                      <a:pt x="19" y="35"/>
                    </a:lnTo>
                    <a:lnTo>
                      <a:pt x="10" y="70"/>
                    </a:lnTo>
                    <a:cubicBezTo>
                      <a:pt x="10" y="74"/>
                      <a:pt x="8" y="78"/>
                      <a:pt x="8" y="81"/>
                    </a:cubicBezTo>
                    <a:cubicBezTo>
                      <a:pt x="8" y="90"/>
                      <a:pt x="15" y="95"/>
                      <a:pt x="24" y="95"/>
                    </a:cubicBezTo>
                    <a:cubicBezTo>
                      <a:pt x="40" y="95"/>
                      <a:pt x="50" y="74"/>
                      <a:pt x="50" y="72"/>
                    </a:cubicBezTo>
                    <a:cubicBezTo>
                      <a:pt x="50" y="71"/>
                      <a:pt x="48" y="71"/>
                      <a:pt x="48" y="71"/>
                    </a:cubicBezTo>
                    <a:cubicBezTo>
                      <a:pt x="45" y="71"/>
                      <a:pt x="45" y="71"/>
                      <a:pt x="44" y="73"/>
                    </a:cubicBezTo>
                    <a:cubicBezTo>
                      <a:pt x="40" y="82"/>
                      <a:pt x="33" y="90"/>
                      <a:pt x="24" y="90"/>
                    </a:cubicBezTo>
                    <a:cubicBezTo>
                      <a:pt x="21" y="90"/>
                      <a:pt x="19" y="89"/>
                      <a:pt x="19" y="83"/>
                    </a:cubicBezTo>
                    <a:cubicBezTo>
                      <a:pt x="19" y="82"/>
                      <a:pt x="20" y="78"/>
                      <a:pt x="20" y="77"/>
                    </a:cubicBezTo>
                    <a:lnTo>
                      <a:pt x="30" y="3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247" name="Group 155"/>
            <p:cNvGrpSpPr/>
            <p:nvPr/>
          </p:nvGrpSpPr>
          <p:grpSpPr>
            <a:xfrm>
              <a:off x="8223120" y="5955480"/>
              <a:ext cx="78840" cy="86760"/>
              <a:chOff x="8223120" y="5955480"/>
              <a:chExt cx="78840" cy="86760"/>
            </a:xfrm>
          </p:grpSpPr>
          <p:sp>
            <p:nvSpPr>
              <p:cNvPr id="248" name="Freeform 156"/>
              <p:cNvSpPr/>
              <p:nvPr/>
            </p:nvSpPr>
            <p:spPr>
              <a:xfrm>
                <a:off x="8223120" y="5970240"/>
                <a:ext cx="51480" cy="52920"/>
              </a:xfrm>
              <a:custGeom>
                <a:avLst/>
                <a:gdLst/>
                <a:ahLst/>
                <a:rect l="0" t="0" r="r" b="b"/>
                <a:pathLst>
                  <a:path w="143" h="147">
                    <a:moveTo>
                      <a:pt x="141" y="5"/>
                    </a:moveTo>
                    <a:cubicBezTo>
                      <a:pt x="141" y="5"/>
                      <a:pt x="142" y="4"/>
                      <a:pt x="142" y="2"/>
                    </a:cubicBezTo>
                    <a:cubicBezTo>
                      <a:pt x="142" y="0"/>
                      <a:pt x="141" y="0"/>
                      <a:pt x="137" y="0"/>
                    </a:cubicBezTo>
                    <a:lnTo>
                      <a:pt x="47" y="0"/>
                    </a:lnTo>
                    <a:cubicBezTo>
                      <a:pt x="42" y="0"/>
                      <a:pt x="41" y="0"/>
                      <a:pt x="40" y="5"/>
                    </a:cubicBezTo>
                    <a:lnTo>
                      <a:pt x="29" y="43"/>
                    </a:lnTo>
                    <a:cubicBezTo>
                      <a:pt x="28" y="44"/>
                      <a:pt x="28" y="45"/>
                      <a:pt x="28" y="45"/>
                    </a:cubicBezTo>
                    <a:cubicBezTo>
                      <a:pt x="28" y="46"/>
                      <a:pt x="28" y="48"/>
                      <a:pt x="30" y="48"/>
                    </a:cubicBezTo>
                    <a:cubicBezTo>
                      <a:pt x="32" y="48"/>
                      <a:pt x="33" y="47"/>
                      <a:pt x="33" y="46"/>
                    </a:cubicBezTo>
                    <a:cubicBezTo>
                      <a:pt x="41" y="21"/>
                      <a:pt x="52" y="7"/>
                      <a:pt x="85" y="7"/>
                    </a:cubicBezTo>
                    <a:lnTo>
                      <a:pt x="120" y="7"/>
                    </a:lnTo>
                    <a:lnTo>
                      <a:pt x="2" y="139"/>
                    </a:lnTo>
                    <a:lnTo>
                      <a:pt x="0" y="143"/>
                    </a:lnTo>
                    <a:cubicBezTo>
                      <a:pt x="0" y="146"/>
                      <a:pt x="2" y="146"/>
                      <a:pt x="5" y="146"/>
                    </a:cubicBezTo>
                    <a:lnTo>
                      <a:pt x="97" y="146"/>
                    </a:lnTo>
                    <a:cubicBezTo>
                      <a:pt x="104" y="146"/>
                      <a:pt x="104" y="146"/>
                      <a:pt x="104" y="141"/>
                    </a:cubicBezTo>
                    <a:lnTo>
                      <a:pt x="120" y="94"/>
                    </a:lnTo>
                    <a:cubicBezTo>
                      <a:pt x="120" y="94"/>
                      <a:pt x="121" y="92"/>
                      <a:pt x="121" y="90"/>
                    </a:cubicBezTo>
                    <a:cubicBezTo>
                      <a:pt x="121" y="90"/>
                      <a:pt x="120" y="89"/>
                      <a:pt x="118" y="89"/>
                    </a:cubicBezTo>
                    <a:cubicBezTo>
                      <a:pt x="116" y="89"/>
                      <a:pt x="116" y="90"/>
                      <a:pt x="114" y="94"/>
                    </a:cubicBezTo>
                    <a:cubicBezTo>
                      <a:pt x="105" y="123"/>
                      <a:pt x="95" y="138"/>
                      <a:pt x="59" y="138"/>
                    </a:cubicBezTo>
                    <a:lnTo>
                      <a:pt x="22" y="138"/>
                    </a:lnTo>
                    <a:lnTo>
                      <a:pt x="141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49" name="Freeform 157"/>
              <p:cNvSpPr/>
              <p:nvPr/>
            </p:nvSpPr>
            <p:spPr>
              <a:xfrm>
                <a:off x="8281800" y="5955480"/>
                <a:ext cx="20520" cy="35640"/>
              </a:xfrm>
              <a:custGeom>
                <a:avLst/>
                <a:gdLst/>
                <a:ahLst/>
                <a:rect l="0" t="0" r="r" b="b"/>
                <a:pathLst>
                  <a:path w="57" h="99">
                    <a:moveTo>
                      <a:pt x="34" y="5"/>
                    </a:moveTo>
                    <a:cubicBezTo>
                      <a:pt x="34" y="0"/>
                      <a:pt x="33" y="0"/>
                      <a:pt x="30" y="0"/>
                    </a:cubicBezTo>
                    <a:cubicBezTo>
                      <a:pt x="20" y="10"/>
                      <a:pt x="7" y="10"/>
                      <a:pt x="0" y="10"/>
                    </a:cubicBezTo>
                    <a:lnTo>
                      <a:pt x="0" y="15"/>
                    </a:lnTo>
                    <a:cubicBezTo>
                      <a:pt x="4" y="15"/>
                      <a:pt x="14" y="15"/>
                      <a:pt x="22" y="10"/>
                    </a:cubicBezTo>
                    <a:lnTo>
                      <a:pt x="22" y="86"/>
                    </a:lnTo>
                    <a:cubicBezTo>
                      <a:pt x="22" y="92"/>
                      <a:pt x="22" y="93"/>
                      <a:pt x="7" y="93"/>
                    </a:cubicBezTo>
                    <a:lnTo>
                      <a:pt x="2" y="93"/>
                    </a:lnTo>
                    <a:lnTo>
                      <a:pt x="2" y="98"/>
                    </a:lnTo>
                    <a:cubicBezTo>
                      <a:pt x="4" y="98"/>
                      <a:pt x="23" y="98"/>
                      <a:pt x="28" y="98"/>
                    </a:cubicBezTo>
                    <a:cubicBezTo>
                      <a:pt x="33" y="98"/>
                      <a:pt x="52" y="98"/>
                      <a:pt x="56" y="98"/>
                    </a:cubicBezTo>
                    <a:lnTo>
                      <a:pt x="56" y="93"/>
                    </a:lnTo>
                    <a:lnTo>
                      <a:pt x="49" y="93"/>
                    </a:lnTo>
                    <a:cubicBezTo>
                      <a:pt x="34" y="93"/>
                      <a:pt x="34" y="92"/>
                      <a:pt x="34" y="86"/>
                    </a:cubicBezTo>
                    <a:lnTo>
                      <a:pt x="34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50" name="Freeform 158"/>
              <p:cNvSpPr/>
              <p:nvPr/>
            </p:nvSpPr>
            <p:spPr>
              <a:xfrm>
                <a:off x="8273160" y="6008040"/>
                <a:ext cx="18720" cy="34560"/>
              </a:xfrm>
              <a:custGeom>
                <a:avLst/>
                <a:gdLst/>
                <a:ahLst/>
                <a:rect l="0" t="0" r="r" b="b"/>
                <a:pathLst>
                  <a:path w="52" h="96">
                    <a:moveTo>
                      <a:pt x="31" y="34"/>
                    </a:moveTo>
                    <a:lnTo>
                      <a:pt x="46" y="34"/>
                    </a:lnTo>
                    <a:cubicBezTo>
                      <a:pt x="49" y="34"/>
                      <a:pt x="51" y="34"/>
                      <a:pt x="51" y="31"/>
                    </a:cubicBezTo>
                    <a:cubicBezTo>
                      <a:pt x="51" y="29"/>
                      <a:pt x="49" y="29"/>
                      <a:pt x="47" y="29"/>
                    </a:cubicBezTo>
                    <a:lnTo>
                      <a:pt x="32" y="29"/>
                    </a:lnTo>
                    <a:lnTo>
                      <a:pt x="38" y="7"/>
                    </a:lnTo>
                    <a:cubicBezTo>
                      <a:pt x="38" y="6"/>
                      <a:pt x="38" y="5"/>
                      <a:pt x="38" y="5"/>
                    </a:cubicBezTo>
                    <a:cubicBezTo>
                      <a:pt x="38" y="2"/>
                      <a:pt x="36" y="0"/>
                      <a:pt x="33" y="0"/>
                    </a:cubicBezTo>
                    <a:cubicBezTo>
                      <a:pt x="29" y="0"/>
                      <a:pt x="28" y="3"/>
                      <a:pt x="26" y="6"/>
                    </a:cubicBezTo>
                    <a:cubicBezTo>
                      <a:pt x="25" y="10"/>
                      <a:pt x="27" y="3"/>
                      <a:pt x="21" y="29"/>
                    </a:cubicBezTo>
                    <a:lnTo>
                      <a:pt x="5" y="29"/>
                    </a:lnTo>
                    <a:cubicBezTo>
                      <a:pt x="2" y="29"/>
                      <a:pt x="0" y="29"/>
                      <a:pt x="0" y="32"/>
                    </a:cubicBezTo>
                    <a:cubicBezTo>
                      <a:pt x="0" y="34"/>
                      <a:pt x="2" y="34"/>
                      <a:pt x="5" y="34"/>
                    </a:cubicBezTo>
                    <a:lnTo>
                      <a:pt x="19" y="34"/>
                    </a:lnTo>
                    <a:lnTo>
                      <a:pt x="10" y="70"/>
                    </a:lnTo>
                    <a:cubicBezTo>
                      <a:pt x="10" y="74"/>
                      <a:pt x="8" y="78"/>
                      <a:pt x="8" y="81"/>
                    </a:cubicBezTo>
                    <a:cubicBezTo>
                      <a:pt x="8" y="90"/>
                      <a:pt x="16" y="95"/>
                      <a:pt x="24" y="95"/>
                    </a:cubicBezTo>
                    <a:cubicBezTo>
                      <a:pt x="40" y="95"/>
                      <a:pt x="50" y="74"/>
                      <a:pt x="50" y="72"/>
                    </a:cubicBezTo>
                    <a:cubicBezTo>
                      <a:pt x="50" y="71"/>
                      <a:pt x="48" y="71"/>
                      <a:pt x="48" y="71"/>
                    </a:cubicBezTo>
                    <a:cubicBezTo>
                      <a:pt x="45" y="71"/>
                      <a:pt x="45" y="71"/>
                      <a:pt x="44" y="73"/>
                    </a:cubicBezTo>
                    <a:cubicBezTo>
                      <a:pt x="40" y="82"/>
                      <a:pt x="33" y="90"/>
                      <a:pt x="24" y="90"/>
                    </a:cubicBezTo>
                    <a:cubicBezTo>
                      <a:pt x="21" y="90"/>
                      <a:pt x="19" y="89"/>
                      <a:pt x="19" y="83"/>
                    </a:cubicBezTo>
                    <a:cubicBezTo>
                      <a:pt x="19" y="82"/>
                      <a:pt x="20" y="78"/>
                      <a:pt x="20" y="77"/>
                    </a:cubicBezTo>
                    <a:lnTo>
                      <a:pt x="31" y="34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sp>
          <p:nvSpPr>
            <p:cNvPr id="251" name="CustomShape 159"/>
            <p:cNvSpPr/>
            <p:nvPr/>
          </p:nvSpPr>
          <p:spPr>
            <a:xfrm>
              <a:off x="6999480" y="3678120"/>
              <a:ext cx="231840" cy="20736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2" name="CustomShape 160"/>
            <p:cNvSpPr/>
            <p:nvPr/>
          </p:nvSpPr>
          <p:spPr>
            <a:xfrm>
              <a:off x="6999480" y="4064400"/>
              <a:ext cx="231840" cy="20736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3" name="CustomShape 161"/>
            <p:cNvSpPr/>
            <p:nvPr/>
          </p:nvSpPr>
          <p:spPr>
            <a:xfrm>
              <a:off x="6999480" y="4456080"/>
              <a:ext cx="231840" cy="20772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cxnSp>
          <p:nvCxnSpPr>
            <p:cNvPr id="254" name="Line 162"/>
            <p:cNvCxnSpPr>
              <a:stCxn id="252" idx="0"/>
              <a:endCxn id="251" idx="4"/>
            </p:cNvCxnSpPr>
            <p:nvPr/>
          </p:nvCxnSpPr>
          <p:spPr>
            <a:xfrm flipV="1">
              <a:off x="7115400" y="3885480"/>
              <a:ext cx="360" cy="17928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255" name="Line 163"/>
            <p:cNvCxnSpPr>
              <a:stCxn id="253" idx="0"/>
              <a:endCxn id="252" idx="4"/>
            </p:cNvCxnSpPr>
            <p:nvPr/>
          </p:nvCxnSpPr>
          <p:spPr>
            <a:xfrm flipV="1">
              <a:off x="7115400" y="4271760"/>
              <a:ext cx="360" cy="18468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sp>
          <p:nvSpPr>
            <p:cNvPr id="256" name="CustomShape 164"/>
            <p:cNvSpPr/>
            <p:nvPr/>
          </p:nvSpPr>
          <p:spPr>
            <a:xfrm>
              <a:off x="8139600" y="3678120"/>
              <a:ext cx="232200" cy="20736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7" name="CustomShape 165"/>
            <p:cNvSpPr/>
            <p:nvPr/>
          </p:nvSpPr>
          <p:spPr>
            <a:xfrm>
              <a:off x="8139600" y="4064400"/>
              <a:ext cx="232200" cy="20736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8" name="CustomShape 166"/>
            <p:cNvSpPr/>
            <p:nvPr/>
          </p:nvSpPr>
          <p:spPr>
            <a:xfrm>
              <a:off x="8139600" y="4456800"/>
              <a:ext cx="232200" cy="20700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cxnSp>
          <p:nvCxnSpPr>
            <p:cNvPr id="259" name="Line 167"/>
            <p:cNvCxnSpPr>
              <a:stCxn id="257" idx="0"/>
              <a:endCxn id="256" idx="4"/>
            </p:cNvCxnSpPr>
            <p:nvPr/>
          </p:nvCxnSpPr>
          <p:spPr>
            <a:xfrm flipV="1">
              <a:off x="8255880" y="3885480"/>
              <a:ext cx="360" cy="17928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260" name="Line 168"/>
            <p:cNvCxnSpPr>
              <a:stCxn id="258" idx="0"/>
              <a:endCxn id="257" idx="4"/>
            </p:cNvCxnSpPr>
            <p:nvPr/>
          </p:nvCxnSpPr>
          <p:spPr>
            <a:xfrm flipV="1">
              <a:off x="8255880" y="4271760"/>
              <a:ext cx="360" cy="18540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261" name="Line 169"/>
            <p:cNvCxnSpPr>
              <a:stCxn id="253" idx="6"/>
              <a:endCxn id="258" idx="2"/>
            </p:cNvCxnSpPr>
            <p:nvPr/>
          </p:nvCxnSpPr>
          <p:spPr>
            <a:xfrm>
              <a:off x="7231320" y="4560120"/>
              <a:ext cx="908640" cy="72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262" name="Line 170"/>
            <p:cNvCxnSpPr>
              <a:stCxn id="252" idx="6"/>
              <a:endCxn id="257" idx="2"/>
            </p:cNvCxnSpPr>
            <p:nvPr/>
          </p:nvCxnSpPr>
          <p:spPr>
            <a:xfrm>
              <a:off x="7231320" y="4168080"/>
              <a:ext cx="908640" cy="36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grpSp>
          <p:nvGrpSpPr>
            <p:cNvPr id="263" name="Group 171"/>
            <p:cNvGrpSpPr/>
            <p:nvPr/>
          </p:nvGrpSpPr>
          <p:grpSpPr>
            <a:xfrm>
              <a:off x="7036920" y="4120560"/>
              <a:ext cx="157320" cy="86400"/>
              <a:chOff x="7036920" y="4120560"/>
              <a:chExt cx="157320" cy="86400"/>
            </a:xfrm>
          </p:grpSpPr>
          <p:sp>
            <p:nvSpPr>
              <p:cNvPr id="264" name="Freeform 172"/>
              <p:cNvSpPr/>
              <p:nvPr/>
            </p:nvSpPr>
            <p:spPr>
              <a:xfrm>
                <a:off x="7036920" y="4135680"/>
                <a:ext cx="63720" cy="52560"/>
              </a:xfrm>
              <a:custGeom>
                <a:avLst/>
                <a:gdLst/>
                <a:ahLst/>
                <a:rect l="0" t="0" r="r" b="b"/>
                <a:pathLst>
                  <a:path w="177" h="146">
                    <a:moveTo>
                      <a:pt x="97" y="57"/>
                    </a:moveTo>
                    <a:lnTo>
                      <a:pt x="79" y="15"/>
                    </a:lnTo>
                    <a:cubicBezTo>
                      <a:pt x="79" y="13"/>
                      <a:pt x="79" y="13"/>
                      <a:pt x="79" y="12"/>
                    </a:cubicBezTo>
                    <a:cubicBezTo>
                      <a:pt x="79" y="11"/>
                      <a:pt x="82" y="7"/>
                      <a:pt x="91" y="7"/>
                    </a:cubicBezTo>
                    <a:cubicBezTo>
                      <a:pt x="93" y="6"/>
                      <a:pt x="95" y="6"/>
                      <a:pt x="95" y="2"/>
                    </a:cubicBezTo>
                    <a:cubicBezTo>
                      <a:pt x="95" y="0"/>
                      <a:pt x="92" y="0"/>
                      <a:pt x="92" y="0"/>
                    </a:cubicBezTo>
                    <a:cubicBezTo>
                      <a:pt x="83" y="0"/>
                      <a:pt x="74" y="0"/>
                      <a:pt x="65" y="0"/>
                    </a:cubicBezTo>
                    <a:cubicBezTo>
                      <a:pt x="59" y="0"/>
                      <a:pt x="47" y="0"/>
                      <a:pt x="41" y="0"/>
                    </a:cubicBezTo>
                    <a:cubicBezTo>
                      <a:pt x="40" y="0"/>
                      <a:pt x="37" y="0"/>
                      <a:pt x="37" y="4"/>
                    </a:cubicBezTo>
                    <a:cubicBezTo>
                      <a:pt x="37" y="7"/>
                      <a:pt x="40" y="7"/>
                      <a:pt x="43" y="7"/>
                    </a:cubicBezTo>
                    <a:cubicBezTo>
                      <a:pt x="55" y="7"/>
                      <a:pt x="56" y="8"/>
                      <a:pt x="58" y="13"/>
                    </a:cubicBezTo>
                    <a:lnTo>
                      <a:pt x="83" y="73"/>
                    </a:lnTo>
                    <a:lnTo>
                      <a:pt x="39" y="121"/>
                    </a:lnTo>
                    <a:lnTo>
                      <a:pt x="36" y="123"/>
                    </a:lnTo>
                    <a:cubicBezTo>
                      <a:pt x="25" y="134"/>
                      <a:pt x="16" y="137"/>
                      <a:pt x="4" y="138"/>
                    </a:cubicBezTo>
                    <a:cubicBezTo>
                      <a:pt x="2" y="139"/>
                      <a:pt x="0" y="139"/>
                      <a:pt x="0" y="142"/>
                    </a:cubicBezTo>
                    <a:cubicBezTo>
                      <a:pt x="0" y="142"/>
                      <a:pt x="0" y="145"/>
                      <a:pt x="3" y="145"/>
                    </a:cubicBezTo>
                    <a:cubicBezTo>
                      <a:pt x="9" y="145"/>
                      <a:pt x="16" y="144"/>
                      <a:pt x="23" y="144"/>
                    </a:cubicBezTo>
                    <a:cubicBezTo>
                      <a:pt x="30" y="144"/>
                      <a:pt x="39" y="145"/>
                      <a:pt x="46" y="145"/>
                    </a:cubicBezTo>
                    <a:cubicBezTo>
                      <a:pt x="47" y="145"/>
                      <a:pt x="50" y="145"/>
                      <a:pt x="50" y="140"/>
                    </a:cubicBezTo>
                    <a:cubicBezTo>
                      <a:pt x="50" y="139"/>
                      <a:pt x="48" y="138"/>
                      <a:pt x="47" y="138"/>
                    </a:cubicBezTo>
                    <a:cubicBezTo>
                      <a:pt x="46" y="138"/>
                      <a:pt x="40" y="137"/>
                      <a:pt x="40" y="131"/>
                    </a:cubicBezTo>
                    <a:cubicBezTo>
                      <a:pt x="40" y="128"/>
                      <a:pt x="43" y="125"/>
                      <a:pt x="44" y="122"/>
                    </a:cubicBezTo>
                    <a:lnTo>
                      <a:pt x="66" y="99"/>
                    </a:lnTo>
                    <a:lnTo>
                      <a:pt x="86" y="78"/>
                    </a:lnTo>
                    <a:lnTo>
                      <a:pt x="107" y="129"/>
                    </a:lnTo>
                    <a:cubicBezTo>
                      <a:pt x="108" y="131"/>
                      <a:pt x="108" y="131"/>
                      <a:pt x="108" y="132"/>
                    </a:cubicBezTo>
                    <a:cubicBezTo>
                      <a:pt x="108" y="133"/>
                      <a:pt x="104" y="137"/>
                      <a:pt x="96" y="138"/>
                    </a:cubicBezTo>
                    <a:cubicBezTo>
                      <a:pt x="93" y="139"/>
                      <a:pt x="91" y="139"/>
                      <a:pt x="91" y="142"/>
                    </a:cubicBezTo>
                    <a:cubicBezTo>
                      <a:pt x="91" y="145"/>
                      <a:pt x="94" y="145"/>
                      <a:pt x="95" y="145"/>
                    </a:cubicBezTo>
                    <a:cubicBezTo>
                      <a:pt x="101" y="145"/>
                      <a:pt x="116" y="144"/>
                      <a:pt x="121" y="144"/>
                    </a:cubicBezTo>
                    <a:cubicBezTo>
                      <a:pt x="127" y="144"/>
                      <a:pt x="139" y="145"/>
                      <a:pt x="145" y="145"/>
                    </a:cubicBezTo>
                    <a:cubicBezTo>
                      <a:pt x="146" y="145"/>
                      <a:pt x="150" y="145"/>
                      <a:pt x="150" y="141"/>
                    </a:cubicBezTo>
                    <a:cubicBezTo>
                      <a:pt x="150" y="138"/>
                      <a:pt x="147" y="138"/>
                      <a:pt x="145" y="138"/>
                    </a:cubicBezTo>
                    <a:cubicBezTo>
                      <a:pt x="131" y="138"/>
                      <a:pt x="131" y="137"/>
                      <a:pt x="127" y="129"/>
                    </a:cubicBezTo>
                    <a:cubicBezTo>
                      <a:pt x="119" y="109"/>
                      <a:pt x="105" y="76"/>
                      <a:pt x="100" y="63"/>
                    </a:cubicBezTo>
                    <a:cubicBezTo>
                      <a:pt x="115" y="48"/>
                      <a:pt x="136" y="23"/>
                      <a:pt x="143" y="17"/>
                    </a:cubicBezTo>
                    <a:cubicBezTo>
                      <a:pt x="150" y="12"/>
                      <a:pt x="157" y="7"/>
                      <a:pt x="170" y="7"/>
                    </a:cubicBezTo>
                    <a:cubicBezTo>
                      <a:pt x="172" y="6"/>
                      <a:pt x="176" y="6"/>
                      <a:pt x="176" y="2"/>
                    </a:cubicBezTo>
                    <a:cubicBezTo>
                      <a:pt x="176" y="1"/>
                      <a:pt x="176" y="0"/>
                      <a:pt x="172" y="0"/>
                    </a:cubicBezTo>
                    <a:cubicBezTo>
                      <a:pt x="165" y="0"/>
                      <a:pt x="159" y="0"/>
                      <a:pt x="152" y="0"/>
                    </a:cubicBezTo>
                    <a:cubicBezTo>
                      <a:pt x="145" y="0"/>
                      <a:pt x="136" y="0"/>
                      <a:pt x="129" y="0"/>
                    </a:cubicBezTo>
                    <a:cubicBezTo>
                      <a:pt x="127" y="0"/>
                      <a:pt x="124" y="0"/>
                      <a:pt x="124" y="4"/>
                    </a:cubicBezTo>
                    <a:cubicBezTo>
                      <a:pt x="124" y="5"/>
                      <a:pt x="125" y="6"/>
                      <a:pt x="127" y="7"/>
                    </a:cubicBezTo>
                    <a:cubicBezTo>
                      <a:pt x="129" y="7"/>
                      <a:pt x="136" y="7"/>
                      <a:pt x="136" y="13"/>
                    </a:cubicBezTo>
                    <a:cubicBezTo>
                      <a:pt x="136" y="17"/>
                      <a:pt x="133" y="19"/>
                      <a:pt x="131" y="21"/>
                    </a:cubicBezTo>
                    <a:lnTo>
                      <a:pt x="97" y="57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65" name="Freeform 173"/>
              <p:cNvSpPr/>
              <p:nvPr/>
            </p:nvSpPr>
            <p:spPr>
              <a:xfrm>
                <a:off x="7107120" y="4120560"/>
                <a:ext cx="24120" cy="36000"/>
              </a:xfrm>
              <a:custGeom>
                <a:avLst/>
                <a:gdLst/>
                <a:ahLst/>
                <a:rect l="0" t="0" r="r" b="b"/>
                <a:pathLst>
                  <a:path w="67" h="100">
                    <a:moveTo>
                      <a:pt x="66" y="72"/>
                    </a:moveTo>
                    <a:lnTo>
                      <a:pt x="61" y="72"/>
                    </a:lnTo>
                    <a:cubicBezTo>
                      <a:pt x="61" y="75"/>
                      <a:pt x="59" y="84"/>
                      <a:pt x="57" y="86"/>
                    </a:cubicBezTo>
                    <a:cubicBezTo>
                      <a:pt x="56" y="86"/>
                      <a:pt x="44" y="86"/>
                      <a:pt x="43" y="86"/>
                    </a:cubicBezTo>
                    <a:lnTo>
                      <a:pt x="15" y="86"/>
                    </a:lnTo>
                    <a:cubicBezTo>
                      <a:pt x="31" y="73"/>
                      <a:pt x="36" y="69"/>
                      <a:pt x="45" y="62"/>
                    </a:cubicBezTo>
                    <a:cubicBezTo>
                      <a:pt x="56" y="52"/>
                      <a:pt x="66" y="44"/>
                      <a:pt x="66" y="29"/>
                    </a:cubicBezTo>
                    <a:cubicBezTo>
                      <a:pt x="66" y="11"/>
                      <a:pt x="50" y="0"/>
                      <a:pt x="31" y="0"/>
                    </a:cubicBezTo>
                    <a:cubicBezTo>
                      <a:pt x="13" y="0"/>
                      <a:pt x="0" y="14"/>
                      <a:pt x="0" y="27"/>
                    </a:cubicBezTo>
                    <a:cubicBezTo>
                      <a:pt x="0" y="35"/>
                      <a:pt x="7" y="36"/>
                      <a:pt x="8" y="36"/>
                    </a:cubicBezTo>
                    <a:cubicBezTo>
                      <a:pt x="12" y="36"/>
                      <a:pt x="17" y="33"/>
                      <a:pt x="17" y="28"/>
                    </a:cubicBezTo>
                    <a:cubicBezTo>
                      <a:pt x="17" y="25"/>
                      <a:pt x="15" y="20"/>
                      <a:pt x="8" y="20"/>
                    </a:cubicBezTo>
                    <a:cubicBezTo>
                      <a:pt x="12" y="9"/>
                      <a:pt x="22" y="5"/>
                      <a:pt x="29" y="5"/>
                    </a:cubicBezTo>
                    <a:cubicBezTo>
                      <a:pt x="44" y="5"/>
                      <a:pt x="52" y="17"/>
                      <a:pt x="52" y="29"/>
                    </a:cubicBezTo>
                    <a:cubicBezTo>
                      <a:pt x="52" y="42"/>
                      <a:pt x="43" y="52"/>
                      <a:pt x="38" y="58"/>
                    </a:cubicBezTo>
                    <a:lnTo>
                      <a:pt x="2" y="94"/>
                    </a:lnTo>
                    <a:cubicBezTo>
                      <a:pt x="0" y="95"/>
                      <a:pt x="0" y="95"/>
                      <a:pt x="0" y="99"/>
                    </a:cubicBezTo>
                    <a:lnTo>
                      <a:pt x="62" y="99"/>
                    </a:lnTo>
                    <a:lnTo>
                      <a:pt x="66" y="7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66" name="Freeform 174"/>
              <p:cNvSpPr/>
              <p:nvPr/>
            </p:nvSpPr>
            <p:spPr>
              <a:xfrm>
                <a:off x="7100280" y="4173120"/>
                <a:ext cx="18720" cy="34200"/>
              </a:xfrm>
              <a:custGeom>
                <a:avLst/>
                <a:gdLst/>
                <a:ahLst/>
                <a:rect l="0" t="0" r="r" b="b"/>
                <a:pathLst>
                  <a:path w="52" h="95">
                    <a:moveTo>
                      <a:pt x="31" y="34"/>
                    </a:moveTo>
                    <a:lnTo>
                      <a:pt x="46" y="34"/>
                    </a:lnTo>
                    <a:cubicBezTo>
                      <a:pt x="49" y="34"/>
                      <a:pt x="51" y="34"/>
                      <a:pt x="51" y="31"/>
                    </a:cubicBezTo>
                    <a:cubicBezTo>
                      <a:pt x="51" y="28"/>
                      <a:pt x="49" y="28"/>
                      <a:pt x="47" y="28"/>
                    </a:cubicBezTo>
                    <a:lnTo>
                      <a:pt x="32" y="28"/>
                    </a:lnTo>
                    <a:lnTo>
                      <a:pt x="38" y="7"/>
                    </a:lnTo>
                    <a:cubicBezTo>
                      <a:pt x="38" y="6"/>
                      <a:pt x="38" y="5"/>
                      <a:pt x="38" y="4"/>
                    </a:cubicBezTo>
                    <a:cubicBezTo>
                      <a:pt x="38" y="2"/>
                      <a:pt x="36" y="0"/>
                      <a:pt x="33" y="0"/>
                    </a:cubicBezTo>
                    <a:cubicBezTo>
                      <a:pt x="29" y="0"/>
                      <a:pt x="28" y="2"/>
                      <a:pt x="26" y="6"/>
                    </a:cubicBezTo>
                    <a:cubicBezTo>
                      <a:pt x="25" y="9"/>
                      <a:pt x="27" y="3"/>
                      <a:pt x="21" y="28"/>
                    </a:cubicBezTo>
                    <a:lnTo>
                      <a:pt x="5" y="28"/>
                    </a:lnTo>
                    <a:cubicBezTo>
                      <a:pt x="2" y="28"/>
                      <a:pt x="0" y="28"/>
                      <a:pt x="0" y="32"/>
                    </a:cubicBezTo>
                    <a:cubicBezTo>
                      <a:pt x="0" y="34"/>
                      <a:pt x="2" y="34"/>
                      <a:pt x="5" y="34"/>
                    </a:cubicBezTo>
                    <a:lnTo>
                      <a:pt x="19" y="34"/>
                    </a:lnTo>
                    <a:lnTo>
                      <a:pt x="10" y="69"/>
                    </a:lnTo>
                    <a:cubicBezTo>
                      <a:pt x="10" y="73"/>
                      <a:pt x="8" y="78"/>
                      <a:pt x="8" y="80"/>
                    </a:cubicBezTo>
                    <a:cubicBezTo>
                      <a:pt x="8" y="89"/>
                      <a:pt x="15" y="94"/>
                      <a:pt x="24" y="94"/>
                    </a:cubicBezTo>
                    <a:cubicBezTo>
                      <a:pt x="40" y="94"/>
                      <a:pt x="50" y="73"/>
                      <a:pt x="50" y="71"/>
                    </a:cubicBezTo>
                    <a:cubicBezTo>
                      <a:pt x="50" y="70"/>
                      <a:pt x="48" y="70"/>
                      <a:pt x="48" y="70"/>
                    </a:cubicBezTo>
                    <a:cubicBezTo>
                      <a:pt x="45" y="70"/>
                      <a:pt x="45" y="70"/>
                      <a:pt x="44" y="73"/>
                    </a:cubicBezTo>
                    <a:cubicBezTo>
                      <a:pt x="40" y="81"/>
                      <a:pt x="33" y="90"/>
                      <a:pt x="24" y="90"/>
                    </a:cubicBezTo>
                    <a:cubicBezTo>
                      <a:pt x="21" y="90"/>
                      <a:pt x="19" y="88"/>
                      <a:pt x="19" y="82"/>
                    </a:cubicBezTo>
                    <a:cubicBezTo>
                      <a:pt x="19" y="81"/>
                      <a:pt x="20" y="78"/>
                      <a:pt x="20" y="76"/>
                    </a:cubicBezTo>
                    <a:lnTo>
                      <a:pt x="31" y="34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67" name="Freeform 175"/>
              <p:cNvSpPr/>
              <p:nvPr/>
            </p:nvSpPr>
            <p:spPr>
              <a:xfrm>
                <a:off x="7126560" y="4191840"/>
                <a:ext cx="36720" cy="2880"/>
              </a:xfrm>
              <a:custGeom>
                <a:avLst/>
                <a:gdLst/>
                <a:ahLst/>
                <a:rect l="0" t="0" r="r" b="b"/>
                <a:pathLst>
                  <a:path w="102" h="8">
                    <a:moveTo>
                      <a:pt x="95" y="7"/>
                    </a:moveTo>
                    <a:cubicBezTo>
                      <a:pt x="97" y="7"/>
                      <a:pt x="101" y="7"/>
                      <a:pt x="101" y="3"/>
                    </a:cubicBezTo>
                    <a:cubicBezTo>
                      <a:pt x="101" y="0"/>
                      <a:pt x="97" y="0"/>
                      <a:pt x="95" y="0"/>
                    </a:cubicBezTo>
                    <a:lnTo>
                      <a:pt x="6" y="0"/>
                    </a:lnTo>
                    <a:cubicBezTo>
                      <a:pt x="3" y="0"/>
                      <a:pt x="0" y="0"/>
                      <a:pt x="0" y="3"/>
                    </a:cubicBezTo>
                    <a:cubicBezTo>
                      <a:pt x="0" y="7"/>
                      <a:pt x="3" y="7"/>
                      <a:pt x="6" y="7"/>
                    </a:cubicBezTo>
                    <a:lnTo>
                      <a:pt x="95" y="7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68" name="Freeform 176"/>
              <p:cNvSpPr/>
              <p:nvPr/>
            </p:nvSpPr>
            <p:spPr>
              <a:xfrm>
                <a:off x="7174440" y="4170600"/>
                <a:ext cx="20160" cy="36000"/>
              </a:xfrm>
              <a:custGeom>
                <a:avLst/>
                <a:gdLst/>
                <a:ahLst/>
                <a:rect l="0" t="0" r="r" b="b"/>
                <a:pathLst>
                  <a:path w="56" h="100">
                    <a:moveTo>
                      <a:pt x="33" y="5"/>
                    </a:moveTo>
                    <a:cubicBezTo>
                      <a:pt x="33" y="0"/>
                      <a:pt x="33" y="0"/>
                      <a:pt x="29" y="0"/>
                    </a:cubicBezTo>
                    <a:cubicBezTo>
                      <a:pt x="19" y="10"/>
                      <a:pt x="6" y="10"/>
                      <a:pt x="0" y="10"/>
                    </a:cubicBezTo>
                    <a:lnTo>
                      <a:pt x="0" y="16"/>
                    </a:lnTo>
                    <a:cubicBezTo>
                      <a:pt x="3" y="16"/>
                      <a:pt x="13" y="16"/>
                      <a:pt x="21" y="10"/>
                    </a:cubicBezTo>
                    <a:lnTo>
                      <a:pt x="21" y="87"/>
                    </a:lnTo>
                    <a:cubicBezTo>
                      <a:pt x="21" y="92"/>
                      <a:pt x="21" y="94"/>
                      <a:pt x="7" y="94"/>
                    </a:cubicBezTo>
                    <a:lnTo>
                      <a:pt x="1" y="94"/>
                    </a:lnTo>
                    <a:lnTo>
                      <a:pt x="1" y="99"/>
                    </a:lnTo>
                    <a:cubicBezTo>
                      <a:pt x="4" y="99"/>
                      <a:pt x="23" y="98"/>
                      <a:pt x="28" y="98"/>
                    </a:cubicBezTo>
                    <a:cubicBezTo>
                      <a:pt x="32" y="98"/>
                      <a:pt x="51" y="99"/>
                      <a:pt x="55" y="99"/>
                    </a:cubicBezTo>
                    <a:lnTo>
                      <a:pt x="55" y="94"/>
                    </a:lnTo>
                    <a:lnTo>
                      <a:pt x="49" y="94"/>
                    </a:lnTo>
                    <a:cubicBezTo>
                      <a:pt x="33" y="94"/>
                      <a:pt x="33" y="92"/>
                      <a:pt x="33" y="87"/>
                    </a:cubicBezTo>
                    <a:lnTo>
                      <a:pt x="33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269" name="Group 177"/>
            <p:cNvGrpSpPr/>
            <p:nvPr/>
          </p:nvGrpSpPr>
          <p:grpSpPr>
            <a:xfrm>
              <a:off x="7043760" y="3737520"/>
              <a:ext cx="144360" cy="86760"/>
              <a:chOff x="7043760" y="3737520"/>
              <a:chExt cx="144360" cy="86760"/>
            </a:xfrm>
          </p:grpSpPr>
          <p:sp>
            <p:nvSpPr>
              <p:cNvPr id="270" name="Freeform 178"/>
              <p:cNvSpPr/>
              <p:nvPr/>
            </p:nvSpPr>
            <p:spPr>
              <a:xfrm>
                <a:off x="7043760" y="3752640"/>
                <a:ext cx="51120" cy="52560"/>
              </a:xfrm>
              <a:custGeom>
                <a:avLst/>
                <a:gdLst/>
                <a:ahLst/>
                <a:rect l="0" t="0" r="r" b="b"/>
                <a:pathLst>
                  <a:path w="142" h="146">
                    <a:moveTo>
                      <a:pt x="141" y="5"/>
                    </a:moveTo>
                    <a:cubicBezTo>
                      <a:pt x="141" y="4"/>
                      <a:pt x="141" y="3"/>
                      <a:pt x="141" y="1"/>
                    </a:cubicBezTo>
                    <a:cubicBezTo>
                      <a:pt x="141" y="0"/>
                      <a:pt x="140" y="0"/>
                      <a:pt x="136" y="0"/>
                    </a:cubicBezTo>
                    <a:lnTo>
                      <a:pt x="46" y="0"/>
                    </a:lnTo>
                    <a:cubicBezTo>
                      <a:pt x="41" y="0"/>
                      <a:pt x="40" y="0"/>
                      <a:pt x="40" y="4"/>
                    </a:cubicBezTo>
                    <a:lnTo>
                      <a:pt x="28" y="42"/>
                    </a:lnTo>
                    <a:cubicBezTo>
                      <a:pt x="28" y="43"/>
                      <a:pt x="28" y="44"/>
                      <a:pt x="28" y="45"/>
                    </a:cubicBezTo>
                    <a:cubicBezTo>
                      <a:pt x="28" y="45"/>
                      <a:pt x="28" y="47"/>
                      <a:pt x="30" y="47"/>
                    </a:cubicBezTo>
                    <a:cubicBezTo>
                      <a:pt x="32" y="47"/>
                      <a:pt x="32" y="46"/>
                      <a:pt x="32" y="45"/>
                    </a:cubicBezTo>
                    <a:cubicBezTo>
                      <a:pt x="40" y="20"/>
                      <a:pt x="52" y="7"/>
                      <a:pt x="85" y="7"/>
                    </a:cubicBezTo>
                    <a:lnTo>
                      <a:pt x="120" y="7"/>
                    </a:lnTo>
                    <a:lnTo>
                      <a:pt x="1" y="139"/>
                    </a:lnTo>
                    <a:lnTo>
                      <a:pt x="0" y="142"/>
                    </a:lnTo>
                    <a:cubicBezTo>
                      <a:pt x="0" y="145"/>
                      <a:pt x="2" y="145"/>
                      <a:pt x="5" y="145"/>
                    </a:cubicBezTo>
                    <a:lnTo>
                      <a:pt x="97" y="145"/>
                    </a:lnTo>
                    <a:cubicBezTo>
                      <a:pt x="103" y="145"/>
                      <a:pt x="103" y="145"/>
                      <a:pt x="104" y="140"/>
                    </a:cubicBezTo>
                    <a:lnTo>
                      <a:pt x="120" y="93"/>
                    </a:lnTo>
                    <a:cubicBezTo>
                      <a:pt x="120" y="93"/>
                      <a:pt x="120" y="91"/>
                      <a:pt x="120" y="90"/>
                    </a:cubicBezTo>
                    <a:cubicBezTo>
                      <a:pt x="120" y="89"/>
                      <a:pt x="120" y="88"/>
                      <a:pt x="117" y="88"/>
                    </a:cubicBezTo>
                    <a:cubicBezTo>
                      <a:pt x="116" y="88"/>
                      <a:pt x="115" y="89"/>
                      <a:pt x="113" y="93"/>
                    </a:cubicBezTo>
                    <a:cubicBezTo>
                      <a:pt x="105" y="122"/>
                      <a:pt x="94" y="137"/>
                      <a:pt x="58" y="137"/>
                    </a:cubicBezTo>
                    <a:lnTo>
                      <a:pt x="21" y="137"/>
                    </a:lnTo>
                    <a:lnTo>
                      <a:pt x="141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71" name="Freeform 179"/>
              <p:cNvSpPr/>
              <p:nvPr/>
            </p:nvSpPr>
            <p:spPr>
              <a:xfrm>
                <a:off x="7100640" y="3737520"/>
                <a:ext cx="24120" cy="36000"/>
              </a:xfrm>
              <a:custGeom>
                <a:avLst/>
                <a:gdLst/>
                <a:ahLst/>
                <a:rect l="0" t="0" r="r" b="b"/>
                <a:pathLst>
                  <a:path w="67" h="100">
                    <a:moveTo>
                      <a:pt x="66" y="72"/>
                    </a:moveTo>
                    <a:lnTo>
                      <a:pt x="61" y="72"/>
                    </a:lnTo>
                    <a:cubicBezTo>
                      <a:pt x="60" y="75"/>
                      <a:pt x="59" y="84"/>
                      <a:pt x="56" y="86"/>
                    </a:cubicBezTo>
                    <a:cubicBezTo>
                      <a:pt x="56" y="86"/>
                      <a:pt x="44" y="86"/>
                      <a:pt x="43" y="86"/>
                    </a:cubicBezTo>
                    <a:lnTo>
                      <a:pt x="15" y="86"/>
                    </a:lnTo>
                    <a:cubicBezTo>
                      <a:pt x="30" y="73"/>
                      <a:pt x="36" y="69"/>
                      <a:pt x="44" y="62"/>
                    </a:cubicBezTo>
                    <a:cubicBezTo>
                      <a:pt x="56" y="52"/>
                      <a:pt x="66" y="44"/>
                      <a:pt x="66" y="29"/>
                    </a:cubicBezTo>
                    <a:cubicBezTo>
                      <a:pt x="66" y="11"/>
                      <a:pt x="50" y="0"/>
                      <a:pt x="31" y="0"/>
                    </a:cubicBezTo>
                    <a:cubicBezTo>
                      <a:pt x="13" y="0"/>
                      <a:pt x="0" y="14"/>
                      <a:pt x="0" y="27"/>
                    </a:cubicBezTo>
                    <a:cubicBezTo>
                      <a:pt x="0" y="35"/>
                      <a:pt x="6" y="36"/>
                      <a:pt x="7" y="36"/>
                    </a:cubicBezTo>
                    <a:cubicBezTo>
                      <a:pt x="11" y="36"/>
                      <a:pt x="16" y="33"/>
                      <a:pt x="16" y="28"/>
                    </a:cubicBezTo>
                    <a:cubicBezTo>
                      <a:pt x="16" y="25"/>
                      <a:pt x="15" y="20"/>
                      <a:pt x="7" y="20"/>
                    </a:cubicBezTo>
                    <a:cubicBezTo>
                      <a:pt x="11" y="9"/>
                      <a:pt x="21" y="5"/>
                      <a:pt x="28" y="5"/>
                    </a:cubicBezTo>
                    <a:cubicBezTo>
                      <a:pt x="44" y="5"/>
                      <a:pt x="51" y="17"/>
                      <a:pt x="51" y="29"/>
                    </a:cubicBezTo>
                    <a:cubicBezTo>
                      <a:pt x="51" y="42"/>
                      <a:pt x="43" y="52"/>
                      <a:pt x="37" y="58"/>
                    </a:cubicBezTo>
                    <a:lnTo>
                      <a:pt x="2" y="94"/>
                    </a:lnTo>
                    <a:cubicBezTo>
                      <a:pt x="0" y="95"/>
                      <a:pt x="0" y="95"/>
                      <a:pt x="0" y="99"/>
                    </a:cubicBezTo>
                    <a:lnTo>
                      <a:pt x="61" y="99"/>
                    </a:lnTo>
                    <a:lnTo>
                      <a:pt x="66" y="7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72" name="Freeform 180"/>
              <p:cNvSpPr/>
              <p:nvPr/>
            </p:nvSpPr>
            <p:spPr>
              <a:xfrm>
                <a:off x="7093800" y="3790080"/>
                <a:ext cx="18720" cy="34560"/>
              </a:xfrm>
              <a:custGeom>
                <a:avLst/>
                <a:gdLst/>
                <a:ahLst/>
                <a:rect l="0" t="0" r="r" b="b"/>
                <a:pathLst>
                  <a:path w="52" h="96">
                    <a:moveTo>
                      <a:pt x="31" y="35"/>
                    </a:moveTo>
                    <a:lnTo>
                      <a:pt x="46" y="35"/>
                    </a:lnTo>
                    <a:cubicBezTo>
                      <a:pt x="49" y="35"/>
                      <a:pt x="51" y="35"/>
                      <a:pt x="51" y="31"/>
                    </a:cubicBezTo>
                    <a:cubicBezTo>
                      <a:pt x="51" y="29"/>
                      <a:pt x="49" y="29"/>
                      <a:pt x="47" y="29"/>
                    </a:cubicBezTo>
                    <a:lnTo>
                      <a:pt x="32" y="29"/>
                    </a:lnTo>
                    <a:lnTo>
                      <a:pt x="38" y="7"/>
                    </a:lnTo>
                    <a:lnTo>
                      <a:pt x="38" y="5"/>
                    </a:lnTo>
                    <a:cubicBezTo>
                      <a:pt x="38" y="2"/>
                      <a:pt x="37" y="0"/>
                      <a:pt x="33" y="0"/>
                    </a:cubicBezTo>
                    <a:cubicBezTo>
                      <a:pt x="29" y="0"/>
                      <a:pt x="28" y="3"/>
                      <a:pt x="26" y="7"/>
                    </a:cubicBezTo>
                    <a:cubicBezTo>
                      <a:pt x="25" y="10"/>
                      <a:pt x="27" y="3"/>
                      <a:pt x="21" y="29"/>
                    </a:cubicBezTo>
                    <a:lnTo>
                      <a:pt x="5" y="29"/>
                    </a:lnTo>
                    <a:cubicBezTo>
                      <a:pt x="2" y="29"/>
                      <a:pt x="0" y="29"/>
                      <a:pt x="0" y="33"/>
                    </a:cubicBezTo>
                    <a:cubicBezTo>
                      <a:pt x="0" y="35"/>
                      <a:pt x="2" y="35"/>
                      <a:pt x="5" y="35"/>
                    </a:cubicBezTo>
                    <a:lnTo>
                      <a:pt x="20" y="35"/>
                    </a:lnTo>
                    <a:lnTo>
                      <a:pt x="10" y="70"/>
                    </a:lnTo>
                    <a:cubicBezTo>
                      <a:pt x="10" y="74"/>
                      <a:pt x="8" y="78"/>
                      <a:pt x="8" y="81"/>
                    </a:cubicBezTo>
                    <a:cubicBezTo>
                      <a:pt x="8" y="90"/>
                      <a:pt x="16" y="95"/>
                      <a:pt x="24" y="95"/>
                    </a:cubicBezTo>
                    <a:cubicBezTo>
                      <a:pt x="40" y="95"/>
                      <a:pt x="50" y="74"/>
                      <a:pt x="50" y="72"/>
                    </a:cubicBezTo>
                    <a:cubicBezTo>
                      <a:pt x="50" y="71"/>
                      <a:pt x="48" y="71"/>
                      <a:pt x="48" y="71"/>
                    </a:cubicBezTo>
                    <a:cubicBezTo>
                      <a:pt x="46" y="71"/>
                      <a:pt x="46" y="71"/>
                      <a:pt x="44" y="73"/>
                    </a:cubicBezTo>
                    <a:cubicBezTo>
                      <a:pt x="40" y="82"/>
                      <a:pt x="33" y="90"/>
                      <a:pt x="25" y="90"/>
                    </a:cubicBezTo>
                    <a:cubicBezTo>
                      <a:pt x="21" y="90"/>
                      <a:pt x="20" y="89"/>
                      <a:pt x="20" y="83"/>
                    </a:cubicBezTo>
                    <a:cubicBezTo>
                      <a:pt x="20" y="82"/>
                      <a:pt x="20" y="78"/>
                      <a:pt x="20" y="77"/>
                    </a:cubicBezTo>
                    <a:lnTo>
                      <a:pt x="31" y="3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73" name="Freeform 181"/>
              <p:cNvSpPr/>
              <p:nvPr/>
            </p:nvSpPr>
            <p:spPr>
              <a:xfrm>
                <a:off x="7120440" y="3808800"/>
                <a:ext cx="36720" cy="3240"/>
              </a:xfrm>
              <a:custGeom>
                <a:avLst/>
                <a:gdLst/>
                <a:ahLst/>
                <a:rect l="0" t="0" r="r" b="b"/>
                <a:pathLst>
                  <a:path w="102" h="9">
                    <a:moveTo>
                      <a:pt x="95" y="8"/>
                    </a:moveTo>
                    <a:cubicBezTo>
                      <a:pt x="97" y="8"/>
                      <a:pt x="101" y="8"/>
                      <a:pt x="101" y="4"/>
                    </a:cubicBezTo>
                    <a:cubicBezTo>
                      <a:pt x="101" y="0"/>
                      <a:pt x="97" y="0"/>
                      <a:pt x="95" y="0"/>
                    </a:cubicBezTo>
                    <a:lnTo>
                      <a:pt x="6" y="0"/>
                    </a:lnTo>
                    <a:cubicBezTo>
                      <a:pt x="3" y="0"/>
                      <a:pt x="0" y="0"/>
                      <a:pt x="0" y="4"/>
                    </a:cubicBezTo>
                    <a:cubicBezTo>
                      <a:pt x="0" y="8"/>
                      <a:pt x="3" y="8"/>
                      <a:pt x="6" y="8"/>
                    </a:cubicBezTo>
                    <a:lnTo>
                      <a:pt x="95" y="8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74" name="Freeform 182"/>
              <p:cNvSpPr/>
              <p:nvPr/>
            </p:nvSpPr>
            <p:spPr>
              <a:xfrm>
                <a:off x="7168320" y="3787920"/>
                <a:ext cx="20160" cy="35640"/>
              </a:xfrm>
              <a:custGeom>
                <a:avLst/>
                <a:gdLst/>
                <a:ahLst/>
                <a:rect l="0" t="0" r="r" b="b"/>
                <a:pathLst>
                  <a:path w="56" h="99">
                    <a:moveTo>
                      <a:pt x="33" y="4"/>
                    </a:moveTo>
                    <a:cubicBezTo>
                      <a:pt x="33" y="0"/>
                      <a:pt x="33" y="0"/>
                      <a:pt x="29" y="0"/>
                    </a:cubicBezTo>
                    <a:cubicBezTo>
                      <a:pt x="19" y="9"/>
                      <a:pt x="6" y="9"/>
                      <a:pt x="0" y="9"/>
                    </a:cubicBezTo>
                    <a:lnTo>
                      <a:pt x="0" y="15"/>
                    </a:lnTo>
                    <a:cubicBezTo>
                      <a:pt x="3" y="15"/>
                      <a:pt x="13" y="15"/>
                      <a:pt x="21" y="10"/>
                    </a:cubicBezTo>
                    <a:lnTo>
                      <a:pt x="21" y="86"/>
                    </a:lnTo>
                    <a:cubicBezTo>
                      <a:pt x="21" y="91"/>
                      <a:pt x="21" y="93"/>
                      <a:pt x="7" y="93"/>
                    </a:cubicBezTo>
                    <a:lnTo>
                      <a:pt x="1" y="93"/>
                    </a:lnTo>
                    <a:lnTo>
                      <a:pt x="1" y="98"/>
                    </a:lnTo>
                    <a:cubicBezTo>
                      <a:pt x="3" y="98"/>
                      <a:pt x="23" y="98"/>
                      <a:pt x="28" y="98"/>
                    </a:cubicBezTo>
                    <a:cubicBezTo>
                      <a:pt x="32" y="98"/>
                      <a:pt x="51" y="98"/>
                      <a:pt x="55" y="98"/>
                    </a:cubicBezTo>
                    <a:lnTo>
                      <a:pt x="55" y="93"/>
                    </a:lnTo>
                    <a:lnTo>
                      <a:pt x="49" y="93"/>
                    </a:lnTo>
                    <a:cubicBezTo>
                      <a:pt x="33" y="93"/>
                      <a:pt x="33" y="91"/>
                      <a:pt x="33" y="86"/>
                    </a:cubicBezTo>
                    <a:lnTo>
                      <a:pt x="33" y="4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275" name="Group 183"/>
            <p:cNvGrpSpPr/>
            <p:nvPr/>
          </p:nvGrpSpPr>
          <p:grpSpPr>
            <a:xfrm>
              <a:off x="8215200" y="4120560"/>
              <a:ext cx="93960" cy="86400"/>
              <a:chOff x="8215200" y="4120560"/>
              <a:chExt cx="93960" cy="86400"/>
            </a:xfrm>
          </p:grpSpPr>
          <p:sp>
            <p:nvSpPr>
              <p:cNvPr id="276" name="Freeform 184"/>
              <p:cNvSpPr/>
              <p:nvPr/>
            </p:nvSpPr>
            <p:spPr>
              <a:xfrm>
                <a:off x="8215200" y="4135680"/>
                <a:ext cx="63360" cy="52560"/>
              </a:xfrm>
              <a:custGeom>
                <a:avLst/>
                <a:gdLst/>
                <a:ahLst/>
                <a:rect l="0" t="0" r="r" b="b"/>
                <a:pathLst>
                  <a:path w="176" h="146">
                    <a:moveTo>
                      <a:pt x="97" y="57"/>
                    </a:moveTo>
                    <a:lnTo>
                      <a:pt x="79" y="15"/>
                    </a:lnTo>
                    <a:cubicBezTo>
                      <a:pt x="78" y="13"/>
                      <a:pt x="78" y="13"/>
                      <a:pt x="78" y="12"/>
                    </a:cubicBezTo>
                    <a:cubicBezTo>
                      <a:pt x="78" y="11"/>
                      <a:pt x="81" y="7"/>
                      <a:pt x="91" y="7"/>
                    </a:cubicBezTo>
                    <a:cubicBezTo>
                      <a:pt x="93" y="6"/>
                      <a:pt x="95" y="6"/>
                      <a:pt x="95" y="2"/>
                    </a:cubicBezTo>
                    <a:cubicBezTo>
                      <a:pt x="95" y="0"/>
                      <a:pt x="92" y="0"/>
                      <a:pt x="92" y="0"/>
                    </a:cubicBezTo>
                    <a:cubicBezTo>
                      <a:pt x="83" y="0"/>
                      <a:pt x="74" y="0"/>
                      <a:pt x="64" y="0"/>
                    </a:cubicBezTo>
                    <a:cubicBezTo>
                      <a:pt x="59" y="0"/>
                      <a:pt x="46" y="0"/>
                      <a:pt x="41" y="0"/>
                    </a:cubicBezTo>
                    <a:cubicBezTo>
                      <a:pt x="39" y="0"/>
                      <a:pt x="37" y="0"/>
                      <a:pt x="37" y="4"/>
                    </a:cubicBezTo>
                    <a:cubicBezTo>
                      <a:pt x="37" y="7"/>
                      <a:pt x="39" y="7"/>
                      <a:pt x="43" y="7"/>
                    </a:cubicBezTo>
                    <a:cubicBezTo>
                      <a:pt x="55" y="7"/>
                      <a:pt x="56" y="8"/>
                      <a:pt x="58" y="13"/>
                    </a:cubicBezTo>
                    <a:lnTo>
                      <a:pt x="83" y="73"/>
                    </a:lnTo>
                    <a:lnTo>
                      <a:pt x="38" y="121"/>
                    </a:lnTo>
                    <a:lnTo>
                      <a:pt x="36" y="123"/>
                    </a:lnTo>
                    <a:cubicBezTo>
                      <a:pt x="25" y="134"/>
                      <a:pt x="15" y="137"/>
                      <a:pt x="4" y="138"/>
                    </a:cubicBezTo>
                    <a:cubicBezTo>
                      <a:pt x="1" y="139"/>
                      <a:pt x="0" y="139"/>
                      <a:pt x="0" y="142"/>
                    </a:cubicBezTo>
                    <a:cubicBezTo>
                      <a:pt x="0" y="142"/>
                      <a:pt x="0" y="145"/>
                      <a:pt x="3" y="145"/>
                    </a:cubicBezTo>
                    <a:cubicBezTo>
                      <a:pt x="9" y="145"/>
                      <a:pt x="16" y="144"/>
                      <a:pt x="22" y="144"/>
                    </a:cubicBezTo>
                    <a:cubicBezTo>
                      <a:pt x="30" y="144"/>
                      <a:pt x="39" y="145"/>
                      <a:pt x="46" y="145"/>
                    </a:cubicBezTo>
                    <a:cubicBezTo>
                      <a:pt x="47" y="145"/>
                      <a:pt x="50" y="145"/>
                      <a:pt x="50" y="140"/>
                    </a:cubicBezTo>
                    <a:cubicBezTo>
                      <a:pt x="50" y="139"/>
                      <a:pt x="48" y="138"/>
                      <a:pt x="47" y="138"/>
                    </a:cubicBezTo>
                    <a:cubicBezTo>
                      <a:pt x="45" y="138"/>
                      <a:pt x="39" y="137"/>
                      <a:pt x="39" y="131"/>
                    </a:cubicBezTo>
                    <a:cubicBezTo>
                      <a:pt x="39" y="128"/>
                      <a:pt x="43" y="125"/>
                      <a:pt x="44" y="122"/>
                    </a:cubicBezTo>
                    <a:lnTo>
                      <a:pt x="66" y="99"/>
                    </a:lnTo>
                    <a:lnTo>
                      <a:pt x="85" y="78"/>
                    </a:lnTo>
                    <a:lnTo>
                      <a:pt x="107" y="129"/>
                    </a:lnTo>
                    <a:cubicBezTo>
                      <a:pt x="108" y="131"/>
                      <a:pt x="108" y="131"/>
                      <a:pt x="108" y="132"/>
                    </a:cubicBezTo>
                    <a:cubicBezTo>
                      <a:pt x="108" y="133"/>
                      <a:pt x="104" y="137"/>
                      <a:pt x="96" y="138"/>
                    </a:cubicBezTo>
                    <a:cubicBezTo>
                      <a:pt x="93" y="139"/>
                      <a:pt x="91" y="139"/>
                      <a:pt x="91" y="142"/>
                    </a:cubicBezTo>
                    <a:cubicBezTo>
                      <a:pt x="91" y="145"/>
                      <a:pt x="93" y="145"/>
                      <a:pt x="95" y="145"/>
                    </a:cubicBezTo>
                    <a:cubicBezTo>
                      <a:pt x="100" y="145"/>
                      <a:pt x="116" y="144"/>
                      <a:pt x="121" y="144"/>
                    </a:cubicBezTo>
                    <a:cubicBezTo>
                      <a:pt x="126" y="144"/>
                      <a:pt x="139" y="145"/>
                      <a:pt x="145" y="145"/>
                    </a:cubicBezTo>
                    <a:cubicBezTo>
                      <a:pt x="146" y="145"/>
                      <a:pt x="149" y="145"/>
                      <a:pt x="149" y="141"/>
                    </a:cubicBezTo>
                    <a:cubicBezTo>
                      <a:pt x="149" y="138"/>
                      <a:pt x="147" y="138"/>
                      <a:pt x="145" y="138"/>
                    </a:cubicBezTo>
                    <a:cubicBezTo>
                      <a:pt x="131" y="138"/>
                      <a:pt x="130" y="137"/>
                      <a:pt x="127" y="129"/>
                    </a:cubicBezTo>
                    <a:cubicBezTo>
                      <a:pt x="119" y="109"/>
                      <a:pt x="104" y="76"/>
                      <a:pt x="100" y="63"/>
                    </a:cubicBezTo>
                    <a:cubicBezTo>
                      <a:pt x="114" y="48"/>
                      <a:pt x="136" y="23"/>
                      <a:pt x="143" y="17"/>
                    </a:cubicBezTo>
                    <a:cubicBezTo>
                      <a:pt x="149" y="12"/>
                      <a:pt x="157" y="7"/>
                      <a:pt x="170" y="7"/>
                    </a:cubicBezTo>
                    <a:cubicBezTo>
                      <a:pt x="172" y="6"/>
                      <a:pt x="175" y="6"/>
                      <a:pt x="175" y="2"/>
                    </a:cubicBezTo>
                    <a:cubicBezTo>
                      <a:pt x="175" y="1"/>
                      <a:pt x="175" y="0"/>
                      <a:pt x="172" y="0"/>
                    </a:cubicBezTo>
                    <a:cubicBezTo>
                      <a:pt x="165" y="0"/>
                      <a:pt x="159" y="0"/>
                      <a:pt x="152" y="0"/>
                    </a:cubicBezTo>
                    <a:cubicBezTo>
                      <a:pt x="144" y="0"/>
                      <a:pt x="136" y="0"/>
                      <a:pt x="128" y="0"/>
                    </a:cubicBezTo>
                    <a:cubicBezTo>
                      <a:pt x="127" y="0"/>
                      <a:pt x="124" y="0"/>
                      <a:pt x="124" y="4"/>
                    </a:cubicBezTo>
                    <a:cubicBezTo>
                      <a:pt x="124" y="5"/>
                      <a:pt x="125" y="6"/>
                      <a:pt x="127" y="7"/>
                    </a:cubicBezTo>
                    <a:cubicBezTo>
                      <a:pt x="129" y="7"/>
                      <a:pt x="136" y="7"/>
                      <a:pt x="136" y="13"/>
                    </a:cubicBezTo>
                    <a:cubicBezTo>
                      <a:pt x="136" y="17"/>
                      <a:pt x="133" y="19"/>
                      <a:pt x="131" y="21"/>
                    </a:cubicBezTo>
                    <a:lnTo>
                      <a:pt x="97" y="57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77" name="Freeform 185"/>
              <p:cNvSpPr/>
              <p:nvPr/>
            </p:nvSpPr>
            <p:spPr>
              <a:xfrm>
                <a:off x="8285400" y="4120560"/>
                <a:ext cx="24120" cy="36000"/>
              </a:xfrm>
              <a:custGeom>
                <a:avLst/>
                <a:gdLst/>
                <a:ahLst/>
                <a:rect l="0" t="0" r="r" b="b"/>
                <a:pathLst>
                  <a:path w="67" h="100">
                    <a:moveTo>
                      <a:pt x="66" y="72"/>
                    </a:moveTo>
                    <a:lnTo>
                      <a:pt x="61" y="72"/>
                    </a:lnTo>
                    <a:cubicBezTo>
                      <a:pt x="60" y="75"/>
                      <a:pt x="59" y="84"/>
                      <a:pt x="56" y="86"/>
                    </a:cubicBezTo>
                    <a:cubicBezTo>
                      <a:pt x="56" y="86"/>
                      <a:pt x="44" y="86"/>
                      <a:pt x="43" y="86"/>
                    </a:cubicBezTo>
                    <a:lnTo>
                      <a:pt x="15" y="86"/>
                    </a:lnTo>
                    <a:cubicBezTo>
                      <a:pt x="30" y="73"/>
                      <a:pt x="36" y="69"/>
                      <a:pt x="44" y="62"/>
                    </a:cubicBezTo>
                    <a:cubicBezTo>
                      <a:pt x="56" y="52"/>
                      <a:pt x="66" y="44"/>
                      <a:pt x="66" y="29"/>
                    </a:cubicBezTo>
                    <a:cubicBezTo>
                      <a:pt x="66" y="11"/>
                      <a:pt x="50" y="0"/>
                      <a:pt x="31" y="0"/>
                    </a:cubicBezTo>
                    <a:cubicBezTo>
                      <a:pt x="13" y="0"/>
                      <a:pt x="0" y="14"/>
                      <a:pt x="0" y="27"/>
                    </a:cubicBezTo>
                    <a:cubicBezTo>
                      <a:pt x="0" y="35"/>
                      <a:pt x="6" y="36"/>
                      <a:pt x="8" y="36"/>
                    </a:cubicBezTo>
                    <a:cubicBezTo>
                      <a:pt x="11" y="36"/>
                      <a:pt x="16" y="33"/>
                      <a:pt x="16" y="28"/>
                    </a:cubicBezTo>
                    <a:cubicBezTo>
                      <a:pt x="16" y="25"/>
                      <a:pt x="15" y="20"/>
                      <a:pt x="8" y="20"/>
                    </a:cubicBezTo>
                    <a:cubicBezTo>
                      <a:pt x="11" y="9"/>
                      <a:pt x="22" y="5"/>
                      <a:pt x="28" y="5"/>
                    </a:cubicBezTo>
                    <a:cubicBezTo>
                      <a:pt x="44" y="5"/>
                      <a:pt x="51" y="17"/>
                      <a:pt x="51" y="29"/>
                    </a:cubicBezTo>
                    <a:cubicBezTo>
                      <a:pt x="51" y="42"/>
                      <a:pt x="43" y="52"/>
                      <a:pt x="37" y="58"/>
                    </a:cubicBezTo>
                    <a:lnTo>
                      <a:pt x="2" y="94"/>
                    </a:lnTo>
                    <a:cubicBezTo>
                      <a:pt x="0" y="95"/>
                      <a:pt x="0" y="95"/>
                      <a:pt x="0" y="99"/>
                    </a:cubicBezTo>
                    <a:lnTo>
                      <a:pt x="61" y="99"/>
                    </a:lnTo>
                    <a:lnTo>
                      <a:pt x="66" y="7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78" name="Freeform 186"/>
              <p:cNvSpPr/>
              <p:nvPr/>
            </p:nvSpPr>
            <p:spPr>
              <a:xfrm>
                <a:off x="8278200" y="4173120"/>
                <a:ext cx="18720" cy="34200"/>
              </a:xfrm>
              <a:custGeom>
                <a:avLst/>
                <a:gdLst/>
                <a:ahLst/>
                <a:rect l="0" t="0" r="r" b="b"/>
                <a:pathLst>
                  <a:path w="52" h="95">
                    <a:moveTo>
                      <a:pt x="31" y="34"/>
                    </a:moveTo>
                    <a:lnTo>
                      <a:pt x="46" y="34"/>
                    </a:lnTo>
                    <a:cubicBezTo>
                      <a:pt x="49" y="34"/>
                      <a:pt x="51" y="34"/>
                      <a:pt x="51" y="31"/>
                    </a:cubicBezTo>
                    <a:cubicBezTo>
                      <a:pt x="51" y="28"/>
                      <a:pt x="49" y="28"/>
                      <a:pt x="47" y="28"/>
                    </a:cubicBezTo>
                    <a:lnTo>
                      <a:pt x="32" y="28"/>
                    </a:lnTo>
                    <a:lnTo>
                      <a:pt x="38" y="7"/>
                    </a:lnTo>
                    <a:cubicBezTo>
                      <a:pt x="38" y="6"/>
                      <a:pt x="38" y="5"/>
                      <a:pt x="38" y="4"/>
                    </a:cubicBezTo>
                    <a:cubicBezTo>
                      <a:pt x="38" y="2"/>
                      <a:pt x="36" y="0"/>
                      <a:pt x="33" y="0"/>
                    </a:cubicBezTo>
                    <a:cubicBezTo>
                      <a:pt x="29" y="0"/>
                      <a:pt x="28" y="2"/>
                      <a:pt x="26" y="6"/>
                    </a:cubicBezTo>
                    <a:cubicBezTo>
                      <a:pt x="25" y="9"/>
                      <a:pt x="27" y="3"/>
                      <a:pt x="21" y="28"/>
                    </a:cubicBezTo>
                    <a:lnTo>
                      <a:pt x="5" y="28"/>
                    </a:lnTo>
                    <a:cubicBezTo>
                      <a:pt x="2" y="28"/>
                      <a:pt x="0" y="28"/>
                      <a:pt x="0" y="32"/>
                    </a:cubicBezTo>
                    <a:cubicBezTo>
                      <a:pt x="0" y="34"/>
                      <a:pt x="2" y="34"/>
                      <a:pt x="5" y="34"/>
                    </a:cubicBezTo>
                    <a:lnTo>
                      <a:pt x="19" y="34"/>
                    </a:lnTo>
                    <a:lnTo>
                      <a:pt x="10" y="69"/>
                    </a:lnTo>
                    <a:cubicBezTo>
                      <a:pt x="10" y="73"/>
                      <a:pt x="8" y="78"/>
                      <a:pt x="8" y="80"/>
                    </a:cubicBezTo>
                    <a:cubicBezTo>
                      <a:pt x="8" y="89"/>
                      <a:pt x="15" y="94"/>
                      <a:pt x="24" y="94"/>
                    </a:cubicBezTo>
                    <a:cubicBezTo>
                      <a:pt x="40" y="94"/>
                      <a:pt x="50" y="73"/>
                      <a:pt x="50" y="71"/>
                    </a:cubicBezTo>
                    <a:cubicBezTo>
                      <a:pt x="50" y="70"/>
                      <a:pt x="48" y="70"/>
                      <a:pt x="48" y="70"/>
                    </a:cubicBezTo>
                    <a:cubicBezTo>
                      <a:pt x="45" y="70"/>
                      <a:pt x="45" y="70"/>
                      <a:pt x="44" y="73"/>
                    </a:cubicBezTo>
                    <a:cubicBezTo>
                      <a:pt x="40" y="81"/>
                      <a:pt x="33" y="90"/>
                      <a:pt x="24" y="90"/>
                    </a:cubicBezTo>
                    <a:cubicBezTo>
                      <a:pt x="21" y="90"/>
                      <a:pt x="19" y="88"/>
                      <a:pt x="19" y="82"/>
                    </a:cubicBezTo>
                    <a:cubicBezTo>
                      <a:pt x="19" y="81"/>
                      <a:pt x="20" y="78"/>
                      <a:pt x="20" y="76"/>
                    </a:cubicBezTo>
                    <a:lnTo>
                      <a:pt x="31" y="34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279" name="Group 187"/>
            <p:cNvGrpSpPr/>
            <p:nvPr/>
          </p:nvGrpSpPr>
          <p:grpSpPr>
            <a:xfrm>
              <a:off x="8222040" y="3737520"/>
              <a:ext cx="80640" cy="86760"/>
              <a:chOff x="8222040" y="3737520"/>
              <a:chExt cx="80640" cy="86760"/>
            </a:xfrm>
          </p:grpSpPr>
          <p:sp>
            <p:nvSpPr>
              <p:cNvPr id="280" name="Freeform 188"/>
              <p:cNvSpPr/>
              <p:nvPr/>
            </p:nvSpPr>
            <p:spPr>
              <a:xfrm>
                <a:off x="8222040" y="3752640"/>
                <a:ext cx="51120" cy="52560"/>
              </a:xfrm>
              <a:custGeom>
                <a:avLst/>
                <a:gdLst/>
                <a:ahLst/>
                <a:rect l="0" t="0" r="r" b="b"/>
                <a:pathLst>
                  <a:path w="142" h="146">
                    <a:moveTo>
                      <a:pt x="140" y="5"/>
                    </a:moveTo>
                    <a:cubicBezTo>
                      <a:pt x="140" y="4"/>
                      <a:pt x="141" y="3"/>
                      <a:pt x="141" y="1"/>
                    </a:cubicBezTo>
                    <a:cubicBezTo>
                      <a:pt x="141" y="0"/>
                      <a:pt x="140" y="0"/>
                      <a:pt x="136" y="0"/>
                    </a:cubicBezTo>
                    <a:lnTo>
                      <a:pt x="46" y="0"/>
                    </a:lnTo>
                    <a:cubicBezTo>
                      <a:pt x="41" y="0"/>
                      <a:pt x="40" y="0"/>
                      <a:pt x="40" y="4"/>
                    </a:cubicBezTo>
                    <a:lnTo>
                      <a:pt x="28" y="42"/>
                    </a:lnTo>
                    <a:cubicBezTo>
                      <a:pt x="27" y="43"/>
                      <a:pt x="27" y="44"/>
                      <a:pt x="27" y="45"/>
                    </a:cubicBezTo>
                    <a:cubicBezTo>
                      <a:pt x="27" y="45"/>
                      <a:pt x="27" y="47"/>
                      <a:pt x="29" y="47"/>
                    </a:cubicBezTo>
                    <a:cubicBezTo>
                      <a:pt x="31" y="47"/>
                      <a:pt x="32" y="46"/>
                      <a:pt x="32" y="45"/>
                    </a:cubicBezTo>
                    <a:cubicBezTo>
                      <a:pt x="40" y="20"/>
                      <a:pt x="52" y="7"/>
                      <a:pt x="85" y="7"/>
                    </a:cubicBezTo>
                    <a:lnTo>
                      <a:pt x="119" y="7"/>
                    </a:lnTo>
                    <a:lnTo>
                      <a:pt x="1" y="139"/>
                    </a:lnTo>
                    <a:lnTo>
                      <a:pt x="0" y="142"/>
                    </a:lnTo>
                    <a:cubicBezTo>
                      <a:pt x="0" y="145"/>
                      <a:pt x="1" y="145"/>
                      <a:pt x="5" y="145"/>
                    </a:cubicBezTo>
                    <a:lnTo>
                      <a:pt x="97" y="145"/>
                    </a:lnTo>
                    <a:cubicBezTo>
                      <a:pt x="103" y="145"/>
                      <a:pt x="103" y="145"/>
                      <a:pt x="104" y="140"/>
                    </a:cubicBezTo>
                    <a:lnTo>
                      <a:pt x="119" y="93"/>
                    </a:lnTo>
                    <a:cubicBezTo>
                      <a:pt x="119" y="93"/>
                      <a:pt x="120" y="91"/>
                      <a:pt x="120" y="90"/>
                    </a:cubicBezTo>
                    <a:cubicBezTo>
                      <a:pt x="120" y="89"/>
                      <a:pt x="119" y="88"/>
                      <a:pt x="117" y="88"/>
                    </a:cubicBezTo>
                    <a:cubicBezTo>
                      <a:pt x="116" y="88"/>
                      <a:pt x="115" y="89"/>
                      <a:pt x="113" y="93"/>
                    </a:cubicBezTo>
                    <a:cubicBezTo>
                      <a:pt x="104" y="122"/>
                      <a:pt x="94" y="137"/>
                      <a:pt x="58" y="137"/>
                    </a:cubicBezTo>
                    <a:lnTo>
                      <a:pt x="21" y="137"/>
                    </a:lnTo>
                    <a:lnTo>
                      <a:pt x="140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81" name="Freeform 189"/>
              <p:cNvSpPr/>
              <p:nvPr/>
            </p:nvSpPr>
            <p:spPr>
              <a:xfrm>
                <a:off x="8278920" y="3737520"/>
                <a:ext cx="24120" cy="36000"/>
              </a:xfrm>
              <a:custGeom>
                <a:avLst/>
                <a:gdLst/>
                <a:ahLst/>
                <a:rect l="0" t="0" r="r" b="b"/>
                <a:pathLst>
                  <a:path w="67" h="100">
                    <a:moveTo>
                      <a:pt x="66" y="72"/>
                    </a:moveTo>
                    <a:lnTo>
                      <a:pt x="60" y="72"/>
                    </a:lnTo>
                    <a:cubicBezTo>
                      <a:pt x="60" y="75"/>
                      <a:pt x="59" y="84"/>
                      <a:pt x="56" y="86"/>
                    </a:cubicBezTo>
                    <a:cubicBezTo>
                      <a:pt x="55" y="86"/>
                      <a:pt x="43" y="86"/>
                      <a:pt x="43" y="86"/>
                    </a:cubicBezTo>
                    <a:lnTo>
                      <a:pt x="15" y="86"/>
                    </a:lnTo>
                    <a:cubicBezTo>
                      <a:pt x="30" y="73"/>
                      <a:pt x="36" y="69"/>
                      <a:pt x="44" y="62"/>
                    </a:cubicBezTo>
                    <a:cubicBezTo>
                      <a:pt x="55" y="52"/>
                      <a:pt x="66" y="44"/>
                      <a:pt x="66" y="29"/>
                    </a:cubicBezTo>
                    <a:cubicBezTo>
                      <a:pt x="66" y="11"/>
                      <a:pt x="50" y="0"/>
                      <a:pt x="31" y="0"/>
                    </a:cubicBezTo>
                    <a:cubicBezTo>
                      <a:pt x="12" y="0"/>
                      <a:pt x="0" y="14"/>
                      <a:pt x="0" y="27"/>
                    </a:cubicBezTo>
                    <a:cubicBezTo>
                      <a:pt x="0" y="35"/>
                      <a:pt x="6" y="36"/>
                      <a:pt x="7" y="36"/>
                    </a:cubicBezTo>
                    <a:cubicBezTo>
                      <a:pt x="11" y="36"/>
                      <a:pt x="16" y="33"/>
                      <a:pt x="16" y="28"/>
                    </a:cubicBezTo>
                    <a:cubicBezTo>
                      <a:pt x="16" y="25"/>
                      <a:pt x="15" y="20"/>
                      <a:pt x="7" y="20"/>
                    </a:cubicBezTo>
                    <a:cubicBezTo>
                      <a:pt x="11" y="9"/>
                      <a:pt x="21" y="5"/>
                      <a:pt x="28" y="5"/>
                    </a:cubicBezTo>
                    <a:cubicBezTo>
                      <a:pt x="43" y="5"/>
                      <a:pt x="51" y="17"/>
                      <a:pt x="51" y="29"/>
                    </a:cubicBezTo>
                    <a:cubicBezTo>
                      <a:pt x="51" y="42"/>
                      <a:pt x="43" y="52"/>
                      <a:pt x="37" y="58"/>
                    </a:cubicBezTo>
                    <a:lnTo>
                      <a:pt x="1" y="94"/>
                    </a:lnTo>
                    <a:cubicBezTo>
                      <a:pt x="0" y="95"/>
                      <a:pt x="0" y="95"/>
                      <a:pt x="0" y="99"/>
                    </a:cubicBezTo>
                    <a:lnTo>
                      <a:pt x="61" y="99"/>
                    </a:lnTo>
                    <a:lnTo>
                      <a:pt x="66" y="7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82" name="Freeform 190"/>
              <p:cNvSpPr/>
              <p:nvPr/>
            </p:nvSpPr>
            <p:spPr>
              <a:xfrm>
                <a:off x="8272080" y="3790080"/>
                <a:ext cx="18720" cy="34560"/>
              </a:xfrm>
              <a:custGeom>
                <a:avLst/>
                <a:gdLst/>
                <a:ahLst/>
                <a:rect l="0" t="0" r="r" b="b"/>
                <a:pathLst>
                  <a:path w="52" h="96">
                    <a:moveTo>
                      <a:pt x="31" y="35"/>
                    </a:moveTo>
                    <a:lnTo>
                      <a:pt x="46" y="35"/>
                    </a:lnTo>
                    <a:cubicBezTo>
                      <a:pt x="49" y="35"/>
                      <a:pt x="51" y="35"/>
                      <a:pt x="51" y="31"/>
                    </a:cubicBezTo>
                    <a:cubicBezTo>
                      <a:pt x="51" y="29"/>
                      <a:pt x="49" y="29"/>
                      <a:pt x="46" y="29"/>
                    </a:cubicBezTo>
                    <a:lnTo>
                      <a:pt x="32" y="29"/>
                    </a:lnTo>
                    <a:lnTo>
                      <a:pt x="38" y="7"/>
                    </a:lnTo>
                    <a:lnTo>
                      <a:pt x="38" y="5"/>
                    </a:lnTo>
                    <a:cubicBezTo>
                      <a:pt x="38" y="2"/>
                      <a:pt x="36" y="0"/>
                      <a:pt x="32" y="0"/>
                    </a:cubicBezTo>
                    <a:cubicBezTo>
                      <a:pt x="29" y="0"/>
                      <a:pt x="27" y="3"/>
                      <a:pt x="26" y="7"/>
                    </a:cubicBezTo>
                    <a:cubicBezTo>
                      <a:pt x="25" y="10"/>
                      <a:pt x="27" y="3"/>
                      <a:pt x="20" y="29"/>
                    </a:cubicBezTo>
                    <a:lnTo>
                      <a:pt x="5" y="29"/>
                    </a:lnTo>
                    <a:cubicBezTo>
                      <a:pt x="2" y="29"/>
                      <a:pt x="0" y="29"/>
                      <a:pt x="0" y="33"/>
                    </a:cubicBezTo>
                    <a:cubicBezTo>
                      <a:pt x="0" y="35"/>
                      <a:pt x="2" y="35"/>
                      <a:pt x="5" y="35"/>
                    </a:cubicBezTo>
                    <a:lnTo>
                      <a:pt x="19" y="35"/>
                    </a:lnTo>
                    <a:lnTo>
                      <a:pt x="10" y="70"/>
                    </a:lnTo>
                    <a:cubicBezTo>
                      <a:pt x="10" y="74"/>
                      <a:pt x="8" y="78"/>
                      <a:pt x="8" y="81"/>
                    </a:cubicBezTo>
                    <a:cubicBezTo>
                      <a:pt x="8" y="90"/>
                      <a:pt x="15" y="95"/>
                      <a:pt x="24" y="95"/>
                    </a:cubicBezTo>
                    <a:cubicBezTo>
                      <a:pt x="40" y="95"/>
                      <a:pt x="50" y="74"/>
                      <a:pt x="50" y="72"/>
                    </a:cubicBezTo>
                    <a:cubicBezTo>
                      <a:pt x="50" y="71"/>
                      <a:pt x="48" y="71"/>
                      <a:pt x="48" y="71"/>
                    </a:cubicBezTo>
                    <a:cubicBezTo>
                      <a:pt x="45" y="71"/>
                      <a:pt x="45" y="71"/>
                      <a:pt x="44" y="73"/>
                    </a:cubicBezTo>
                    <a:cubicBezTo>
                      <a:pt x="40" y="82"/>
                      <a:pt x="32" y="90"/>
                      <a:pt x="24" y="90"/>
                    </a:cubicBezTo>
                    <a:cubicBezTo>
                      <a:pt x="21" y="90"/>
                      <a:pt x="19" y="89"/>
                      <a:pt x="19" y="83"/>
                    </a:cubicBezTo>
                    <a:cubicBezTo>
                      <a:pt x="19" y="82"/>
                      <a:pt x="20" y="78"/>
                      <a:pt x="20" y="77"/>
                    </a:cubicBezTo>
                    <a:lnTo>
                      <a:pt x="31" y="3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sp>
          <p:nvSpPr>
            <p:cNvPr id="283" name="CustomShape 191"/>
            <p:cNvSpPr/>
            <p:nvPr/>
          </p:nvSpPr>
          <p:spPr>
            <a:xfrm>
              <a:off x="7310160" y="4780080"/>
              <a:ext cx="232200" cy="20736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4" name="CustomShape 192"/>
            <p:cNvSpPr/>
            <p:nvPr/>
          </p:nvSpPr>
          <p:spPr>
            <a:xfrm>
              <a:off x="7830720" y="4780080"/>
              <a:ext cx="232200" cy="20736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cxnSp>
          <p:nvCxnSpPr>
            <p:cNvPr id="285" name="Line 193"/>
            <p:cNvCxnSpPr>
              <a:stCxn id="283" idx="3"/>
              <a:endCxn id="193" idx="0"/>
            </p:cNvCxnSpPr>
            <p:nvPr/>
          </p:nvCxnSpPr>
          <p:spPr>
            <a:xfrm flipH="1">
              <a:off x="7116120" y="4957200"/>
              <a:ext cx="228240" cy="16416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286" name="Line 194"/>
            <p:cNvCxnSpPr>
              <a:stCxn id="283" idx="1"/>
              <a:endCxn id="253" idx="4"/>
            </p:cNvCxnSpPr>
            <p:nvPr/>
          </p:nvCxnSpPr>
          <p:spPr>
            <a:xfrm flipH="1" flipV="1">
              <a:off x="7115400" y="4663800"/>
              <a:ext cx="228960" cy="14688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287" name="Line 195"/>
            <p:cNvCxnSpPr>
              <a:stCxn id="284" idx="5"/>
              <a:endCxn id="198" idx="1"/>
            </p:cNvCxnSpPr>
            <p:nvPr/>
          </p:nvCxnSpPr>
          <p:spPr>
            <a:xfrm>
              <a:off x="8029080" y="4957200"/>
              <a:ext cx="145800" cy="19440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288" name="Line 196"/>
            <p:cNvCxnSpPr>
              <a:stCxn id="284" idx="7"/>
              <a:endCxn id="258" idx="3"/>
            </p:cNvCxnSpPr>
            <p:nvPr/>
          </p:nvCxnSpPr>
          <p:spPr>
            <a:xfrm flipV="1">
              <a:off x="8029080" y="4633560"/>
              <a:ext cx="144720" cy="17712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289" name="Line 197"/>
            <p:cNvCxnSpPr>
              <a:stCxn id="283" idx="6"/>
              <a:endCxn id="284" idx="2"/>
            </p:cNvCxnSpPr>
            <p:nvPr/>
          </p:nvCxnSpPr>
          <p:spPr>
            <a:xfrm>
              <a:off x="7542360" y="4883760"/>
              <a:ext cx="288720" cy="36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grpSp>
          <p:nvGrpSpPr>
            <p:cNvPr id="290" name="Group 198"/>
            <p:cNvGrpSpPr/>
            <p:nvPr/>
          </p:nvGrpSpPr>
          <p:grpSpPr>
            <a:xfrm>
              <a:off x="7356960" y="4848120"/>
              <a:ext cx="156240" cy="64440"/>
              <a:chOff x="7356960" y="4848120"/>
              <a:chExt cx="156240" cy="64440"/>
            </a:xfrm>
          </p:grpSpPr>
          <p:sp>
            <p:nvSpPr>
              <p:cNvPr id="291" name="Freeform 199"/>
              <p:cNvSpPr/>
              <p:nvPr/>
            </p:nvSpPr>
            <p:spPr>
              <a:xfrm>
                <a:off x="7356960" y="4848120"/>
                <a:ext cx="58680" cy="52560"/>
              </a:xfrm>
              <a:custGeom>
                <a:avLst/>
                <a:gdLst/>
                <a:ahLst/>
                <a:rect l="0" t="0" r="r" b="b"/>
                <a:pathLst>
                  <a:path w="163" h="146">
                    <a:moveTo>
                      <a:pt x="25" y="129"/>
                    </a:moveTo>
                    <a:cubicBezTo>
                      <a:pt x="23" y="137"/>
                      <a:pt x="23" y="138"/>
                      <a:pt x="5" y="138"/>
                    </a:cubicBezTo>
                    <a:cubicBezTo>
                      <a:pt x="2" y="138"/>
                      <a:pt x="0" y="138"/>
                      <a:pt x="0" y="143"/>
                    </a:cubicBezTo>
                    <a:cubicBezTo>
                      <a:pt x="0" y="145"/>
                      <a:pt x="2" y="145"/>
                      <a:pt x="5" y="145"/>
                    </a:cubicBezTo>
                    <a:lnTo>
                      <a:pt x="77" y="145"/>
                    </a:lnTo>
                    <a:cubicBezTo>
                      <a:pt x="120" y="145"/>
                      <a:pt x="162" y="101"/>
                      <a:pt x="162" y="54"/>
                    </a:cubicBezTo>
                    <a:cubicBezTo>
                      <a:pt x="162" y="24"/>
                      <a:pt x="144" y="0"/>
                      <a:pt x="112" y="0"/>
                    </a:cubicBezTo>
                    <a:lnTo>
                      <a:pt x="40" y="0"/>
                    </a:lnTo>
                    <a:cubicBezTo>
                      <a:pt x="37" y="0"/>
                      <a:pt x="35" y="0"/>
                      <a:pt x="35" y="4"/>
                    </a:cubicBezTo>
                    <a:cubicBezTo>
                      <a:pt x="35" y="7"/>
                      <a:pt x="37" y="7"/>
                      <a:pt x="40" y="7"/>
                    </a:cubicBezTo>
                    <a:cubicBezTo>
                      <a:pt x="44" y="7"/>
                      <a:pt x="47" y="7"/>
                      <a:pt x="50" y="8"/>
                    </a:cubicBezTo>
                    <a:cubicBezTo>
                      <a:pt x="53" y="8"/>
                      <a:pt x="55" y="8"/>
                      <a:pt x="55" y="10"/>
                    </a:cubicBezTo>
                    <a:cubicBezTo>
                      <a:pt x="55" y="11"/>
                      <a:pt x="55" y="12"/>
                      <a:pt x="53" y="15"/>
                    </a:cubicBezTo>
                    <a:lnTo>
                      <a:pt x="25" y="129"/>
                    </a:lnTo>
                    <a:moveTo>
                      <a:pt x="71" y="15"/>
                    </a:moveTo>
                    <a:cubicBezTo>
                      <a:pt x="73" y="8"/>
                      <a:pt x="73" y="7"/>
                      <a:pt x="82" y="7"/>
                    </a:cubicBezTo>
                    <a:lnTo>
                      <a:pt x="105" y="7"/>
                    </a:lnTo>
                    <a:cubicBezTo>
                      <a:pt x="126" y="7"/>
                      <a:pt x="143" y="17"/>
                      <a:pt x="143" y="46"/>
                    </a:cubicBezTo>
                    <a:cubicBezTo>
                      <a:pt x="143" y="57"/>
                      <a:pt x="139" y="91"/>
                      <a:pt x="121" y="115"/>
                    </a:cubicBezTo>
                    <a:cubicBezTo>
                      <a:pt x="115" y="123"/>
                      <a:pt x="97" y="138"/>
                      <a:pt x="72" y="138"/>
                    </a:cubicBezTo>
                    <a:lnTo>
                      <a:pt x="48" y="138"/>
                    </a:lnTo>
                    <a:cubicBezTo>
                      <a:pt x="45" y="138"/>
                      <a:pt x="44" y="138"/>
                      <a:pt x="44" y="138"/>
                    </a:cubicBezTo>
                    <a:cubicBezTo>
                      <a:pt x="41" y="138"/>
                      <a:pt x="40" y="138"/>
                      <a:pt x="40" y="137"/>
                    </a:cubicBezTo>
                    <a:cubicBezTo>
                      <a:pt x="40" y="135"/>
                      <a:pt x="40" y="135"/>
                      <a:pt x="42" y="131"/>
                    </a:cubicBezTo>
                    <a:lnTo>
                      <a:pt x="71" y="1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92" name="Freeform 200"/>
              <p:cNvSpPr/>
              <p:nvPr/>
            </p:nvSpPr>
            <p:spPr>
              <a:xfrm>
                <a:off x="7418880" y="4878720"/>
                <a:ext cx="18720" cy="34200"/>
              </a:xfrm>
              <a:custGeom>
                <a:avLst/>
                <a:gdLst/>
                <a:ahLst/>
                <a:rect l="0" t="0" r="r" b="b"/>
                <a:pathLst>
                  <a:path w="52" h="95">
                    <a:moveTo>
                      <a:pt x="31" y="34"/>
                    </a:moveTo>
                    <a:lnTo>
                      <a:pt x="46" y="34"/>
                    </a:lnTo>
                    <a:cubicBezTo>
                      <a:pt x="49" y="34"/>
                      <a:pt x="51" y="34"/>
                      <a:pt x="51" y="31"/>
                    </a:cubicBezTo>
                    <a:cubicBezTo>
                      <a:pt x="51" y="28"/>
                      <a:pt x="49" y="28"/>
                      <a:pt x="47" y="28"/>
                    </a:cubicBezTo>
                    <a:lnTo>
                      <a:pt x="32" y="28"/>
                    </a:lnTo>
                    <a:lnTo>
                      <a:pt x="38" y="7"/>
                    </a:lnTo>
                    <a:cubicBezTo>
                      <a:pt x="38" y="6"/>
                      <a:pt x="38" y="5"/>
                      <a:pt x="38" y="4"/>
                    </a:cubicBezTo>
                    <a:cubicBezTo>
                      <a:pt x="38" y="1"/>
                      <a:pt x="37" y="0"/>
                      <a:pt x="33" y="0"/>
                    </a:cubicBezTo>
                    <a:cubicBezTo>
                      <a:pt x="29" y="0"/>
                      <a:pt x="28" y="2"/>
                      <a:pt x="26" y="6"/>
                    </a:cubicBezTo>
                    <a:cubicBezTo>
                      <a:pt x="25" y="9"/>
                      <a:pt x="27" y="3"/>
                      <a:pt x="21" y="28"/>
                    </a:cubicBezTo>
                    <a:lnTo>
                      <a:pt x="5" y="28"/>
                    </a:lnTo>
                    <a:cubicBezTo>
                      <a:pt x="2" y="28"/>
                      <a:pt x="0" y="28"/>
                      <a:pt x="0" y="32"/>
                    </a:cubicBezTo>
                    <a:cubicBezTo>
                      <a:pt x="0" y="34"/>
                      <a:pt x="2" y="34"/>
                      <a:pt x="5" y="34"/>
                    </a:cubicBezTo>
                    <a:lnTo>
                      <a:pt x="19" y="34"/>
                    </a:lnTo>
                    <a:lnTo>
                      <a:pt x="10" y="69"/>
                    </a:lnTo>
                    <a:cubicBezTo>
                      <a:pt x="10" y="73"/>
                      <a:pt x="8" y="78"/>
                      <a:pt x="8" y="80"/>
                    </a:cubicBezTo>
                    <a:cubicBezTo>
                      <a:pt x="8" y="89"/>
                      <a:pt x="16" y="94"/>
                      <a:pt x="24" y="94"/>
                    </a:cubicBezTo>
                    <a:cubicBezTo>
                      <a:pt x="40" y="94"/>
                      <a:pt x="50" y="73"/>
                      <a:pt x="50" y="71"/>
                    </a:cubicBezTo>
                    <a:cubicBezTo>
                      <a:pt x="50" y="70"/>
                      <a:pt x="48" y="70"/>
                      <a:pt x="48" y="70"/>
                    </a:cubicBezTo>
                    <a:cubicBezTo>
                      <a:pt x="45" y="70"/>
                      <a:pt x="45" y="70"/>
                      <a:pt x="44" y="73"/>
                    </a:cubicBezTo>
                    <a:cubicBezTo>
                      <a:pt x="40" y="81"/>
                      <a:pt x="33" y="90"/>
                      <a:pt x="24" y="90"/>
                    </a:cubicBezTo>
                    <a:cubicBezTo>
                      <a:pt x="21" y="90"/>
                      <a:pt x="19" y="88"/>
                      <a:pt x="19" y="82"/>
                    </a:cubicBezTo>
                    <a:cubicBezTo>
                      <a:pt x="19" y="81"/>
                      <a:pt x="20" y="78"/>
                      <a:pt x="20" y="76"/>
                    </a:cubicBezTo>
                    <a:lnTo>
                      <a:pt x="31" y="34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93" name="Freeform 201"/>
              <p:cNvSpPr/>
              <p:nvPr/>
            </p:nvSpPr>
            <p:spPr>
              <a:xfrm>
                <a:off x="7445880" y="4896720"/>
                <a:ext cx="36360" cy="3240"/>
              </a:xfrm>
              <a:custGeom>
                <a:avLst/>
                <a:gdLst/>
                <a:ahLst/>
                <a:rect l="0" t="0" r="r" b="b"/>
                <a:pathLst>
                  <a:path w="101" h="9">
                    <a:moveTo>
                      <a:pt x="95" y="8"/>
                    </a:moveTo>
                    <a:cubicBezTo>
                      <a:pt x="97" y="8"/>
                      <a:pt x="100" y="8"/>
                      <a:pt x="100" y="4"/>
                    </a:cubicBezTo>
                    <a:cubicBezTo>
                      <a:pt x="100" y="0"/>
                      <a:pt x="97" y="0"/>
                      <a:pt x="95" y="0"/>
                    </a:cubicBezTo>
                    <a:lnTo>
                      <a:pt x="5" y="0"/>
                    </a:lnTo>
                    <a:cubicBezTo>
                      <a:pt x="3" y="0"/>
                      <a:pt x="0" y="0"/>
                      <a:pt x="0" y="4"/>
                    </a:cubicBezTo>
                    <a:cubicBezTo>
                      <a:pt x="0" y="8"/>
                      <a:pt x="3" y="8"/>
                      <a:pt x="5" y="8"/>
                    </a:cubicBezTo>
                    <a:lnTo>
                      <a:pt x="95" y="8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94" name="Freeform 202"/>
              <p:cNvSpPr/>
              <p:nvPr/>
            </p:nvSpPr>
            <p:spPr>
              <a:xfrm>
                <a:off x="7493400" y="4876200"/>
                <a:ext cx="20160" cy="36000"/>
              </a:xfrm>
              <a:custGeom>
                <a:avLst/>
                <a:gdLst/>
                <a:ahLst/>
                <a:rect l="0" t="0" r="r" b="b"/>
                <a:pathLst>
                  <a:path w="56" h="100">
                    <a:moveTo>
                      <a:pt x="34" y="5"/>
                    </a:moveTo>
                    <a:cubicBezTo>
                      <a:pt x="34" y="0"/>
                      <a:pt x="33" y="0"/>
                      <a:pt x="29" y="0"/>
                    </a:cubicBezTo>
                    <a:cubicBezTo>
                      <a:pt x="20" y="10"/>
                      <a:pt x="7" y="10"/>
                      <a:pt x="0" y="10"/>
                    </a:cubicBezTo>
                    <a:lnTo>
                      <a:pt x="0" y="15"/>
                    </a:lnTo>
                    <a:cubicBezTo>
                      <a:pt x="3" y="15"/>
                      <a:pt x="14" y="15"/>
                      <a:pt x="22" y="10"/>
                    </a:cubicBezTo>
                    <a:lnTo>
                      <a:pt x="22" y="86"/>
                    </a:lnTo>
                    <a:cubicBezTo>
                      <a:pt x="22" y="92"/>
                      <a:pt x="22" y="93"/>
                      <a:pt x="7" y="93"/>
                    </a:cubicBezTo>
                    <a:lnTo>
                      <a:pt x="1" y="93"/>
                    </a:lnTo>
                    <a:lnTo>
                      <a:pt x="1" y="99"/>
                    </a:lnTo>
                    <a:cubicBezTo>
                      <a:pt x="4" y="99"/>
                      <a:pt x="23" y="98"/>
                      <a:pt x="28" y="98"/>
                    </a:cubicBezTo>
                    <a:cubicBezTo>
                      <a:pt x="33" y="98"/>
                      <a:pt x="52" y="99"/>
                      <a:pt x="55" y="99"/>
                    </a:cubicBezTo>
                    <a:lnTo>
                      <a:pt x="55" y="93"/>
                    </a:lnTo>
                    <a:lnTo>
                      <a:pt x="49" y="93"/>
                    </a:lnTo>
                    <a:cubicBezTo>
                      <a:pt x="34" y="93"/>
                      <a:pt x="34" y="92"/>
                      <a:pt x="34" y="86"/>
                    </a:cubicBezTo>
                    <a:lnTo>
                      <a:pt x="34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295" name="Group 203"/>
            <p:cNvGrpSpPr/>
            <p:nvPr/>
          </p:nvGrpSpPr>
          <p:grpSpPr>
            <a:xfrm>
              <a:off x="7899480" y="4848120"/>
              <a:ext cx="80280" cy="64440"/>
              <a:chOff x="7899480" y="4848120"/>
              <a:chExt cx="80280" cy="64440"/>
            </a:xfrm>
          </p:grpSpPr>
          <p:sp>
            <p:nvSpPr>
              <p:cNvPr id="296" name="Freeform 204"/>
              <p:cNvSpPr/>
              <p:nvPr/>
            </p:nvSpPr>
            <p:spPr>
              <a:xfrm>
                <a:off x="7899480" y="4848120"/>
                <a:ext cx="58680" cy="52560"/>
              </a:xfrm>
              <a:custGeom>
                <a:avLst/>
                <a:gdLst/>
                <a:ahLst/>
                <a:rect l="0" t="0" r="r" b="b"/>
                <a:pathLst>
                  <a:path w="163" h="146">
                    <a:moveTo>
                      <a:pt x="24" y="129"/>
                    </a:moveTo>
                    <a:cubicBezTo>
                      <a:pt x="23" y="137"/>
                      <a:pt x="23" y="138"/>
                      <a:pt x="5" y="138"/>
                    </a:cubicBezTo>
                    <a:cubicBezTo>
                      <a:pt x="2" y="138"/>
                      <a:pt x="0" y="138"/>
                      <a:pt x="0" y="143"/>
                    </a:cubicBezTo>
                    <a:cubicBezTo>
                      <a:pt x="0" y="145"/>
                      <a:pt x="2" y="145"/>
                      <a:pt x="5" y="145"/>
                    </a:cubicBezTo>
                    <a:lnTo>
                      <a:pt x="76" y="145"/>
                    </a:lnTo>
                    <a:cubicBezTo>
                      <a:pt x="120" y="145"/>
                      <a:pt x="162" y="101"/>
                      <a:pt x="162" y="54"/>
                    </a:cubicBezTo>
                    <a:cubicBezTo>
                      <a:pt x="162" y="24"/>
                      <a:pt x="143" y="0"/>
                      <a:pt x="112" y="0"/>
                    </a:cubicBezTo>
                    <a:lnTo>
                      <a:pt x="40" y="0"/>
                    </a:lnTo>
                    <a:cubicBezTo>
                      <a:pt x="36" y="0"/>
                      <a:pt x="35" y="0"/>
                      <a:pt x="35" y="4"/>
                    </a:cubicBezTo>
                    <a:cubicBezTo>
                      <a:pt x="35" y="7"/>
                      <a:pt x="36" y="7"/>
                      <a:pt x="40" y="7"/>
                    </a:cubicBezTo>
                    <a:cubicBezTo>
                      <a:pt x="43" y="7"/>
                      <a:pt x="47" y="7"/>
                      <a:pt x="50" y="8"/>
                    </a:cubicBezTo>
                    <a:cubicBezTo>
                      <a:pt x="53" y="8"/>
                      <a:pt x="54" y="8"/>
                      <a:pt x="54" y="10"/>
                    </a:cubicBezTo>
                    <a:cubicBezTo>
                      <a:pt x="54" y="11"/>
                      <a:pt x="54" y="12"/>
                      <a:pt x="53" y="15"/>
                    </a:cubicBezTo>
                    <a:lnTo>
                      <a:pt x="24" y="129"/>
                    </a:lnTo>
                    <a:moveTo>
                      <a:pt x="71" y="15"/>
                    </a:moveTo>
                    <a:cubicBezTo>
                      <a:pt x="73" y="8"/>
                      <a:pt x="73" y="7"/>
                      <a:pt x="82" y="7"/>
                    </a:cubicBezTo>
                    <a:lnTo>
                      <a:pt x="105" y="7"/>
                    </a:lnTo>
                    <a:cubicBezTo>
                      <a:pt x="126" y="7"/>
                      <a:pt x="143" y="17"/>
                      <a:pt x="143" y="46"/>
                    </a:cubicBezTo>
                    <a:cubicBezTo>
                      <a:pt x="143" y="57"/>
                      <a:pt x="139" y="91"/>
                      <a:pt x="121" y="115"/>
                    </a:cubicBezTo>
                    <a:cubicBezTo>
                      <a:pt x="115" y="123"/>
                      <a:pt x="97" y="138"/>
                      <a:pt x="72" y="138"/>
                    </a:cubicBezTo>
                    <a:lnTo>
                      <a:pt x="48" y="138"/>
                    </a:lnTo>
                    <a:cubicBezTo>
                      <a:pt x="45" y="138"/>
                      <a:pt x="44" y="138"/>
                      <a:pt x="43" y="138"/>
                    </a:cubicBezTo>
                    <a:cubicBezTo>
                      <a:pt x="41" y="138"/>
                      <a:pt x="40" y="138"/>
                      <a:pt x="40" y="137"/>
                    </a:cubicBezTo>
                    <a:cubicBezTo>
                      <a:pt x="40" y="135"/>
                      <a:pt x="40" y="135"/>
                      <a:pt x="42" y="131"/>
                    </a:cubicBezTo>
                    <a:lnTo>
                      <a:pt x="71" y="1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297" name="Freeform 205"/>
              <p:cNvSpPr/>
              <p:nvPr/>
            </p:nvSpPr>
            <p:spPr>
              <a:xfrm>
                <a:off x="7961760" y="4878720"/>
                <a:ext cx="18360" cy="34200"/>
              </a:xfrm>
              <a:custGeom>
                <a:avLst/>
                <a:gdLst/>
                <a:ahLst/>
                <a:rect l="0" t="0" r="r" b="b"/>
                <a:pathLst>
                  <a:path w="51" h="95">
                    <a:moveTo>
                      <a:pt x="30" y="34"/>
                    </a:moveTo>
                    <a:lnTo>
                      <a:pt x="46" y="34"/>
                    </a:lnTo>
                    <a:cubicBezTo>
                      <a:pt x="49" y="34"/>
                      <a:pt x="50" y="34"/>
                      <a:pt x="50" y="31"/>
                    </a:cubicBezTo>
                    <a:cubicBezTo>
                      <a:pt x="50" y="28"/>
                      <a:pt x="49" y="28"/>
                      <a:pt x="46" y="28"/>
                    </a:cubicBezTo>
                    <a:lnTo>
                      <a:pt x="32" y="28"/>
                    </a:lnTo>
                    <a:lnTo>
                      <a:pt x="37" y="7"/>
                    </a:lnTo>
                    <a:cubicBezTo>
                      <a:pt x="37" y="6"/>
                      <a:pt x="37" y="5"/>
                      <a:pt x="37" y="4"/>
                    </a:cubicBezTo>
                    <a:cubicBezTo>
                      <a:pt x="37" y="1"/>
                      <a:pt x="36" y="0"/>
                      <a:pt x="32" y="0"/>
                    </a:cubicBezTo>
                    <a:cubicBezTo>
                      <a:pt x="28" y="0"/>
                      <a:pt x="27" y="2"/>
                      <a:pt x="25" y="6"/>
                    </a:cubicBezTo>
                    <a:cubicBezTo>
                      <a:pt x="25" y="9"/>
                      <a:pt x="27" y="3"/>
                      <a:pt x="20" y="28"/>
                    </a:cubicBezTo>
                    <a:lnTo>
                      <a:pt x="4" y="28"/>
                    </a:lnTo>
                    <a:cubicBezTo>
                      <a:pt x="2" y="28"/>
                      <a:pt x="0" y="28"/>
                      <a:pt x="0" y="32"/>
                    </a:cubicBezTo>
                    <a:cubicBezTo>
                      <a:pt x="0" y="34"/>
                      <a:pt x="2" y="34"/>
                      <a:pt x="4" y="34"/>
                    </a:cubicBezTo>
                    <a:lnTo>
                      <a:pt x="19" y="34"/>
                    </a:lnTo>
                    <a:lnTo>
                      <a:pt x="9" y="69"/>
                    </a:lnTo>
                    <a:cubicBezTo>
                      <a:pt x="9" y="73"/>
                      <a:pt x="7" y="78"/>
                      <a:pt x="7" y="80"/>
                    </a:cubicBezTo>
                    <a:cubicBezTo>
                      <a:pt x="7" y="89"/>
                      <a:pt x="15" y="94"/>
                      <a:pt x="23" y="94"/>
                    </a:cubicBezTo>
                    <a:cubicBezTo>
                      <a:pt x="40" y="94"/>
                      <a:pt x="49" y="73"/>
                      <a:pt x="49" y="71"/>
                    </a:cubicBezTo>
                    <a:cubicBezTo>
                      <a:pt x="49" y="70"/>
                      <a:pt x="47" y="70"/>
                      <a:pt x="47" y="70"/>
                    </a:cubicBezTo>
                    <a:cubicBezTo>
                      <a:pt x="45" y="70"/>
                      <a:pt x="45" y="70"/>
                      <a:pt x="44" y="73"/>
                    </a:cubicBezTo>
                    <a:cubicBezTo>
                      <a:pt x="40" y="81"/>
                      <a:pt x="32" y="90"/>
                      <a:pt x="24" y="90"/>
                    </a:cubicBezTo>
                    <a:cubicBezTo>
                      <a:pt x="21" y="90"/>
                      <a:pt x="19" y="88"/>
                      <a:pt x="19" y="82"/>
                    </a:cubicBezTo>
                    <a:cubicBezTo>
                      <a:pt x="19" y="81"/>
                      <a:pt x="20" y="78"/>
                      <a:pt x="20" y="76"/>
                    </a:cubicBezTo>
                    <a:lnTo>
                      <a:pt x="30" y="34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cxnSp>
          <p:nvCxnSpPr>
            <p:cNvPr id="298" name="Line 206"/>
            <p:cNvCxnSpPr>
              <a:stCxn id="258" idx="6"/>
              <a:endCxn id="199" idx="6"/>
            </p:cNvCxnSpPr>
            <p:nvPr/>
          </p:nvCxnSpPr>
          <p:spPr>
            <a:xfrm>
              <a:off x="8371800" y="4560480"/>
              <a:ext cx="1080" cy="1050840"/>
            </a:xfrm>
            <a:prstGeom prst="curvedConnector3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299" name="Line 207"/>
            <p:cNvCxnSpPr>
              <a:stCxn id="198" idx="6"/>
              <a:endCxn id="257" idx="6"/>
            </p:cNvCxnSpPr>
            <p:nvPr/>
          </p:nvCxnSpPr>
          <p:spPr>
            <a:xfrm flipH="1" flipV="1">
              <a:off x="8371800" y="4168080"/>
              <a:ext cx="1080" cy="1056960"/>
            </a:xfrm>
            <a:prstGeom prst="curvedConnector3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300" name="Line 208"/>
            <p:cNvCxnSpPr>
              <a:stCxn id="253" idx="2"/>
              <a:endCxn id="194" idx="2"/>
            </p:cNvCxnSpPr>
            <p:nvPr/>
          </p:nvCxnSpPr>
          <p:spPr>
            <a:xfrm>
              <a:off x="6999480" y="4560120"/>
              <a:ext cx="1080" cy="1051560"/>
            </a:xfrm>
            <a:prstGeom prst="curvedConnector3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301" name="Line 209"/>
            <p:cNvCxnSpPr>
              <a:stCxn id="193" idx="2"/>
              <a:endCxn id="252" idx="2"/>
            </p:cNvCxnSpPr>
            <p:nvPr/>
          </p:nvCxnSpPr>
          <p:spPr>
            <a:xfrm flipH="1" flipV="1">
              <a:off x="6999480" y="4168080"/>
              <a:ext cx="1080" cy="1056600"/>
            </a:xfrm>
            <a:prstGeom prst="curvedConnector3">
              <a:avLst/>
            </a:prstGeom>
            <a:ln w="9000">
              <a:solidFill>
                <a:srgbClr val="000000"/>
              </a:solidFill>
              <a:round/>
              <a:tailEnd len="med" type="triangle" w="med"/>
            </a:ln>
          </p:spPr>
        </p:cxnSp>
        <p:grpSp>
          <p:nvGrpSpPr>
            <p:cNvPr id="302" name="Group 210"/>
            <p:cNvGrpSpPr/>
            <p:nvPr/>
          </p:nvGrpSpPr>
          <p:grpSpPr>
            <a:xfrm>
              <a:off x="7587000" y="4456440"/>
              <a:ext cx="119880" cy="87120"/>
              <a:chOff x="7587000" y="4456440"/>
              <a:chExt cx="119880" cy="87120"/>
            </a:xfrm>
          </p:grpSpPr>
          <p:sp>
            <p:nvSpPr>
              <p:cNvPr id="303" name="Freeform 211"/>
              <p:cNvSpPr/>
              <p:nvPr/>
            </p:nvSpPr>
            <p:spPr>
              <a:xfrm>
                <a:off x="7587000" y="4490640"/>
                <a:ext cx="41760" cy="33840"/>
              </a:xfrm>
              <a:custGeom>
                <a:avLst/>
                <a:gdLst/>
                <a:ahLst/>
                <a:rect l="0" t="0" r="r" b="b"/>
                <a:pathLst>
                  <a:path w="116" h="94">
                    <a:moveTo>
                      <a:pt x="50" y="12"/>
                    </a:moveTo>
                    <a:lnTo>
                      <a:pt x="75" y="12"/>
                    </a:lnTo>
                    <a:cubicBezTo>
                      <a:pt x="67" y="43"/>
                      <a:pt x="65" y="52"/>
                      <a:pt x="65" y="67"/>
                    </a:cubicBezTo>
                    <a:cubicBezTo>
                      <a:pt x="65" y="70"/>
                      <a:pt x="65" y="76"/>
                      <a:pt x="67" y="83"/>
                    </a:cubicBezTo>
                    <a:cubicBezTo>
                      <a:pt x="69" y="93"/>
                      <a:pt x="71" y="93"/>
                      <a:pt x="75" y="93"/>
                    </a:cubicBezTo>
                    <a:cubicBezTo>
                      <a:pt x="79" y="93"/>
                      <a:pt x="83" y="90"/>
                      <a:pt x="83" y="85"/>
                    </a:cubicBezTo>
                    <a:cubicBezTo>
                      <a:pt x="83" y="85"/>
                      <a:pt x="83" y="84"/>
                      <a:pt x="82" y="81"/>
                    </a:cubicBezTo>
                    <a:cubicBezTo>
                      <a:pt x="76" y="66"/>
                      <a:pt x="76" y="52"/>
                      <a:pt x="76" y="46"/>
                    </a:cubicBezTo>
                    <a:cubicBezTo>
                      <a:pt x="76" y="34"/>
                      <a:pt x="77" y="23"/>
                      <a:pt x="80" y="12"/>
                    </a:cubicBezTo>
                    <a:lnTo>
                      <a:pt x="104" y="12"/>
                    </a:lnTo>
                    <a:cubicBezTo>
                      <a:pt x="107" y="12"/>
                      <a:pt x="115" y="12"/>
                      <a:pt x="115" y="5"/>
                    </a:cubicBezTo>
                    <a:cubicBezTo>
                      <a:pt x="115" y="0"/>
                      <a:pt x="110" y="0"/>
                      <a:pt x="106" y="0"/>
                    </a:cubicBezTo>
                    <a:lnTo>
                      <a:pt x="35" y="0"/>
                    </a:lnTo>
                    <a:cubicBezTo>
                      <a:pt x="30" y="0"/>
                      <a:pt x="23" y="0"/>
                      <a:pt x="13" y="10"/>
                    </a:cubicBezTo>
                    <a:cubicBezTo>
                      <a:pt x="5" y="18"/>
                      <a:pt x="0" y="28"/>
                      <a:pt x="0" y="28"/>
                    </a:cubicBezTo>
                    <a:cubicBezTo>
                      <a:pt x="0" y="29"/>
                      <a:pt x="0" y="31"/>
                      <a:pt x="2" y="31"/>
                    </a:cubicBezTo>
                    <a:cubicBezTo>
                      <a:pt x="4" y="31"/>
                      <a:pt x="4" y="30"/>
                      <a:pt x="5" y="28"/>
                    </a:cubicBezTo>
                    <a:cubicBezTo>
                      <a:pt x="17" y="12"/>
                      <a:pt x="28" y="12"/>
                      <a:pt x="32" y="12"/>
                    </a:cubicBezTo>
                    <a:lnTo>
                      <a:pt x="45" y="12"/>
                    </a:lnTo>
                    <a:cubicBezTo>
                      <a:pt x="38" y="37"/>
                      <a:pt x="27" y="63"/>
                      <a:pt x="17" y="83"/>
                    </a:cubicBezTo>
                    <a:cubicBezTo>
                      <a:pt x="17" y="85"/>
                      <a:pt x="17" y="86"/>
                      <a:pt x="17" y="88"/>
                    </a:cubicBezTo>
                    <a:cubicBezTo>
                      <a:pt x="17" y="92"/>
                      <a:pt x="19" y="93"/>
                      <a:pt x="23" y="93"/>
                    </a:cubicBezTo>
                    <a:cubicBezTo>
                      <a:pt x="28" y="93"/>
                      <a:pt x="30" y="88"/>
                      <a:pt x="32" y="80"/>
                    </a:cubicBezTo>
                    <a:cubicBezTo>
                      <a:pt x="36" y="70"/>
                      <a:pt x="36" y="70"/>
                      <a:pt x="38" y="59"/>
                    </a:cubicBezTo>
                    <a:lnTo>
                      <a:pt x="50" y="1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04" name="Freeform 212"/>
              <p:cNvSpPr/>
              <p:nvPr/>
            </p:nvSpPr>
            <p:spPr>
              <a:xfrm>
                <a:off x="7634520" y="4456440"/>
                <a:ext cx="24120" cy="36000"/>
              </a:xfrm>
              <a:custGeom>
                <a:avLst/>
                <a:gdLst/>
                <a:ahLst/>
                <a:rect l="0" t="0" r="r" b="b"/>
                <a:pathLst>
                  <a:path w="67" h="100">
                    <a:moveTo>
                      <a:pt x="66" y="72"/>
                    </a:moveTo>
                    <a:lnTo>
                      <a:pt x="61" y="72"/>
                    </a:lnTo>
                    <a:cubicBezTo>
                      <a:pt x="61" y="76"/>
                      <a:pt x="59" y="84"/>
                      <a:pt x="57" y="86"/>
                    </a:cubicBezTo>
                    <a:cubicBezTo>
                      <a:pt x="56" y="86"/>
                      <a:pt x="44" y="86"/>
                      <a:pt x="43" y="86"/>
                    </a:cubicBezTo>
                    <a:lnTo>
                      <a:pt x="16" y="86"/>
                    </a:lnTo>
                    <a:cubicBezTo>
                      <a:pt x="31" y="72"/>
                      <a:pt x="36" y="69"/>
                      <a:pt x="45" y="62"/>
                    </a:cubicBezTo>
                    <a:cubicBezTo>
                      <a:pt x="56" y="52"/>
                      <a:pt x="66" y="44"/>
                      <a:pt x="66" y="29"/>
                    </a:cubicBezTo>
                    <a:cubicBezTo>
                      <a:pt x="66" y="11"/>
                      <a:pt x="50" y="0"/>
                      <a:pt x="31" y="0"/>
                    </a:cubicBezTo>
                    <a:cubicBezTo>
                      <a:pt x="13" y="0"/>
                      <a:pt x="0" y="13"/>
                      <a:pt x="0" y="27"/>
                    </a:cubicBezTo>
                    <a:cubicBezTo>
                      <a:pt x="0" y="35"/>
                      <a:pt x="7" y="36"/>
                      <a:pt x="8" y="36"/>
                    </a:cubicBezTo>
                    <a:cubicBezTo>
                      <a:pt x="12" y="36"/>
                      <a:pt x="17" y="32"/>
                      <a:pt x="17" y="27"/>
                    </a:cubicBezTo>
                    <a:cubicBezTo>
                      <a:pt x="17" y="25"/>
                      <a:pt x="16" y="20"/>
                      <a:pt x="8" y="20"/>
                    </a:cubicBezTo>
                    <a:cubicBezTo>
                      <a:pt x="12" y="9"/>
                      <a:pt x="22" y="5"/>
                      <a:pt x="29" y="5"/>
                    </a:cubicBezTo>
                    <a:cubicBezTo>
                      <a:pt x="44" y="5"/>
                      <a:pt x="52" y="17"/>
                      <a:pt x="52" y="29"/>
                    </a:cubicBezTo>
                    <a:cubicBezTo>
                      <a:pt x="52" y="42"/>
                      <a:pt x="43" y="52"/>
                      <a:pt x="38" y="58"/>
                    </a:cubicBezTo>
                    <a:lnTo>
                      <a:pt x="2" y="93"/>
                    </a:lnTo>
                    <a:cubicBezTo>
                      <a:pt x="0" y="95"/>
                      <a:pt x="0" y="95"/>
                      <a:pt x="0" y="99"/>
                    </a:cubicBezTo>
                    <a:lnTo>
                      <a:pt x="62" y="99"/>
                    </a:lnTo>
                    <a:lnTo>
                      <a:pt x="66" y="7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05" name="Freeform 213"/>
              <p:cNvSpPr/>
              <p:nvPr/>
            </p:nvSpPr>
            <p:spPr>
              <a:xfrm>
                <a:off x="7632000" y="4504680"/>
                <a:ext cx="34560" cy="39240"/>
              </a:xfrm>
              <a:custGeom>
                <a:avLst/>
                <a:gdLst/>
                <a:ahLst/>
                <a:rect l="0" t="0" r="r" b="b"/>
                <a:pathLst>
                  <a:path w="96" h="109">
                    <a:moveTo>
                      <a:pt x="95" y="2"/>
                    </a:moveTo>
                    <a:cubicBezTo>
                      <a:pt x="95" y="1"/>
                      <a:pt x="94" y="0"/>
                      <a:pt x="93" y="0"/>
                    </a:cubicBezTo>
                    <a:cubicBezTo>
                      <a:pt x="92" y="0"/>
                      <a:pt x="92" y="0"/>
                      <a:pt x="90" y="2"/>
                    </a:cubicBezTo>
                    <a:lnTo>
                      <a:pt x="83" y="10"/>
                    </a:lnTo>
                    <a:cubicBezTo>
                      <a:pt x="77" y="3"/>
                      <a:pt x="68" y="0"/>
                      <a:pt x="59" y="0"/>
                    </a:cubicBezTo>
                    <a:cubicBezTo>
                      <a:pt x="37" y="0"/>
                      <a:pt x="19" y="17"/>
                      <a:pt x="19" y="35"/>
                    </a:cubicBezTo>
                    <a:cubicBezTo>
                      <a:pt x="19" y="36"/>
                      <a:pt x="20" y="43"/>
                      <a:pt x="24" y="47"/>
                    </a:cubicBezTo>
                    <a:cubicBezTo>
                      <a:pt x="29" y="54"/>
                      <a:pt x="35" y="55"/>
                      <a:pt x="44" y="57"/>
                    </a:cubicBezTo>
                    <a:cubicBezTo>
                      <a:pt x="48" y="58"/>
                      <a:pt x="56" y="60"/>
                      <a:pt x="57" y="60"/>
                    </a:cubicBezTo>
                    <a:cubicBezTo>
                      <a:pt x="62" y="61"/>
                      <a:pt x="71" y="65"/>
                      <a:pt x="71" y="77"/>
                    </a:cubicBezTo>
                    <a:cubicBezTo>
                      <a:pt x="71" y="89"/>
                      <a:pt x="59" y="102"/>
                      <a:pt x="41" y="102"/>
                    </a:cubicBezTo>
                    <a:cubicBezTo>
                      <a:pt x="29" y="102"/>
                      <a:pt x="12" y="97"/>
                      <a:pt x="12" y="81"/>
                    </a:cubicBezTo>
                    <a:cubicBezTo>
                      <a:pt x="12" y="79"/>
                      <a:pt x="13" y="77"/>
                      <a:pt x="14" y="74"/>
                    </a:cubicBezTo>
                    <a:lnTo>
                      <a:pt x="14" y="73"/>
                    </a:lnTo>
                    <a:cubicBezTo>
                      <a:pt x="14" y="70"/>
                      <a:pt x="12" y="70"/>
                      <a:pt x="11" y="70"/>
                    </a:cubicBezTo>
                    <a:cubicBezTo>
                      <a:pt x="9" y="70"/>
                      <a:pt x="9" y="71"/>
                      <a:pt x="9" y="74"/>
                    </a:cubicBezTo>
                    <a:lnTo>
                      <a:pt x="1" y="103"/>
                    </a:lnTo>
                    <a:cubicBezTo>
                      <a:pt x="1" y="104"/>
                      <a:pt x="0" y="105"/>
                      <a:pt x="0" y="106"/>
                    </a:cubicBezTo>
                    <a:cubicBezTo>
                      <a:pt x="0" y="106"/>
                      <a:pt x="1" y="108"/>
                      <a:pt x="2" y="108"/>
                    </a:cubicBezTo>
                    <a:cubicBezTo>
                      <a:pt x="3" y="108"/>
                      <a:pt x="3" y="108"/>
                      <a:pt x="5" y="105"/>
                    </a:cubicBezTo>
                    <a:cubicBezTo>
                      <a:pt x="7" y="103"/>
                      <a:pt x="10" y="99"/>
                      <a:pt x="12" y="97"/>
                    </a:cubicBezTo>
                    <a:cubicBezTo>
                      <a:pt x="21" y="106"/>
                      <a:pt x="32" y="108"/>
                      <a:pt x="40" y="108"/>
                    </a:cubicBezTo>
                    <a:cubicBezTo>
                      <a:pt x="64" y="108"/>
                      <a:pt x="82" y="89"/>
                      <a:pt x="82" y="70"/>
                    </a:cubicBezTo>
                    <a:cubicBezTo>
                      <a:pt x="82" y="64"/>
                      <a:pt x="79" y="58"/>
                      <a:pt x="76" y="55"/>
                    </a:cubicBezTo>
                    <a:cubicBezTo>
                      <a:pt x="71" y="49"/>
                      <a:pt x="68" y="49"/>
                      <a:pt x="49" y="44"/>
                    </a:cubicBezTo>
                    <a:cubicBezTo>
                      <a:pt x="46" y="44"/>
                      <a:pt x="40" y="43"/>
                      <a:pt x="40" y="42"/>
                    </a:cubicBezTo>
                    <a:cubicBezTo>
                      <a:pt x="36" y="40"/>
                      <a:pt x="30" y="37"/>
                      <a:pt x="30" y="28"/>
                    </a:cubicBezTo>
                    <a:cubicBezTo>
                      <a:pt x="30" y="17"/>
                      <a:pt x="43" y="4"/>
                      <a:pt x="59" y="4"/>
                    </a:cubicBezTo>
                    <a:cubicBezTo>
                      <a:pt x="75" y="4"/>
                      <a:pt x="82" y="13"/>
                      <a:pt x="82" y="28"/>
                    </a:cubicBezTo>
                    <a:cubicBezTo>
                      <a:pt x="82" y="30"/>
                      <a:pt x="82" y="33"/>
                      <a:pt x="82" y="35"/>
                    </a:cubicBezTo>
                    <a:cubicBezTo>
                      <a:pt x="82" y="37"/>
                      <a:pt x="83" y="37"/>
                      <a:pt x="84" y="37"/>
                    </a:cubicBezTo>
                    <a:cubicBezTo>
                      <a:pt x="87" y="37"/>
                      <a:pt x="87" y="36"/>
                      <a:pt x="87" y="34"/>
                    </a:cubicBezTo>
                    <a:lnTo>
                      <a:pt x="95" y="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06" name="Freeform 214"/>
              <p:cNvSpPr/>
              <p:nvPr/>
            </p:nvSpPr>
            <p:spPr>
              <a:xfrm>
                <a:off x="7672680" y="4504680"/>
                <a:ext cx="34560" cy="39240"/>
              </a:xfrm>
              <a:custGeom>
                <a:avLst/>
                <a:gdLst/>
                <a:ahLst/>
                <a:rect l="0" t="0" r="r" b="b"/>
                <a:pathLst>
                  <a:path w="96" h="109">
                    <a:moveTo>
                      <a:pt x="95" y="2"/>
                    </a:moveTo>
                    <a:cubicBezTo>
                      <a:pt x="95" y="1"/>
                      <a:pt x="94" y="0"/>
                      <a:pt x="93" y="0"/>
                    </a:cubicBezTo>
                    <a:cubicBezTo>
                      <a:pt x="92" y="0"/>
                      <a:pt x="92" y="0"/>
                      <a:pt x="90" y="2"/>
                    </a:cubicBezTo>
                    <a:lnTo>
                      <a:pt x="83" y="10"/>
                    </a:lnTo>
                    <a:cubicBezTo>
                      <a:pt x="77" y="3"/>
                      <a:pt x="68" y="0"/>
                      <a:pt x="59" y="0"/>
                    </a:cubicBezTo>
                    <a:cubicBezTo>
                      <a:pt x="37" y="0"/>
                      <a:pt x="19" y="17"/>
                      <a:pt x="19" y="35"/>
                    </a:cubicBezTo>
                    <a:cubicBezTo>
                      <a:pt x="19" y="36"/>
                      <a:pt x="20" y="43"/>
                      <a:pt x="24" y="47"/>
                    </a:cubicBezTo>
                    <a:cubicBezTo>
                      <a:pt x="29" y="54"/>
                      <a:pt x="35" y="55"/>
                      <a:pt x="44" y="57"/>
                    </a:cubicBezTo>
                    <a:cubicBezTo>
                      <a:pt x="48" y="58"/>
                      <a:pt x="55" y="60"/>
                      <a:pt x="57" y="60"/>
                    </a:cubicBezTo>
                    <a:cubicBezTo>
                      <a:pt x="62" y="61"/>
                      <a:pt x="71" y="65"/>
                      <a:pt x="71" y="77"/>
                    </a:cubicBezTo>
                    <a:cubicBezTo>
                      <a:pt x="71" y="89"/>
                      <a:pt x="59" y="102"/>
                      <a:pt x="41" y="102"/>
                    </a:cubicBezTo>
                    <a:cubicBezTo>
                      <a:pt x="29" y="102"/>
                      <a:pt x="12" y="97"/>
                      <a:pt x="12" y="81"/>
                    </a:cubicBezTo>
                    <a:cubicBezTo>
                      <a:pt x="12" y="79"/>
                      <a:pt x="13" y="77"/>
                      <a:pt x="14" y="74"/>
                    </a:cubicBezTo>
                    <a:lnTo>
                      <a:pt x="14" y="73"/>
                    </a:lnTo>
                    <a:cubicBezTo>
                      <a:pt x="14" y="70"/>
                      <a:pt x="12" y="70"/>
                      <a:pt x="11" y="70"/>
                    </a:cubicBezTo>
                    <a:cubicBezTo>
                      <a:pt x="9" y="70"/>
                      <a:pt x="9" y="71"/>
                      <a:pt x="9" y="74"/>
                    </a:cubicBezTo>
                    <a:lnTo>
                      <a:pt x="1" y="103"/>
                    </a:lnTo>
                    <a:cubicBezTo>
                      <a:pt x="1" y="104"/>
                      <a:pt x="0" y="105"/>
                      <a:pt x="0" y="106"/>
                    </a:cubicBezTo>
                    <a:cubicBezTo>
                      <a:pt x="0" y="106"/>
                      <a:pt x="1" y="108"/>
                      <a:pt x="2" y="108"/>
                    </a:cubicBezTo>
                    <a:cubicBezTo>
                      <a:pt x="3" y="108"/>
                      <a:pt x="3" y="108"/>
                      <a:pt x="5" y="105"/>
                    </a:cubicBezTo>
                    <a:cubicBezTo>
                      <a:pt x="7" y="103"/>
                      <a:pt x="10" y="99"/>
                      <a:pt x="12" y="97"/>
                    </a:cubicBezTo>
                    <a:cubicBezTo>
                      <a:pt x="21" y="106"/>
                      <a:pt x="32" y="108"/>
                      <a:pt x="40" y="108"/>
                    </a:cubicBezTo>
                    <a:cubicBezTo>
                      <a:pt x="64" y="108"/>
                      <a:pt x="82" y="89"/>
                      <a:pt x="82" y="70"/>
                    </a:cubicBezTo>
                    <a:cubicBezTo>
                      <a:pt x="82" y="64"/>
                      <a:pt x="79" y="58"/>
                      <a:pt x="76" y="55"/>
                    </a:cubicBezTo>
                    <a:cubicBezTo>
                      <a:pt x="71" y="49"/>
                      <a:pt x="68" y="49"/>
                      <a:pt x="49" y="44"/>
                    </a:cubicBezTo>
                    <a:cubicBezTo>
                      <a:pt x="46" y="44"/>
                      <a:pt x="40" y="43"/>
                      <a:pt x="40" y="42"/>
                    </a:cubicBezTo>
                    <a:cubicBezTo>
                      <a:pt x="36" y="40"/>
                      <a:pt x="29" y="37"/>
                      <a:pt x="29" y="28"/>
                    </a:cubicBezTo>
                    <a:cubicBezTo>
                      <a:pt x="29" y="17"/>
                      <a:pt x="43" y="4"/>
                      <a:pt x="59" y="4"/>
                    </a:cubicBezTo>
                    <a:cubicBezTo>
                      <a:pt x="74" y="4"/>
                      <a:pt x="82" y="13"/>
                      <a:pt x="82" y="28"/>
                    </a:cubicBezTo>
                    <a:cubicBezTo>
                      <a:pt x="82" y="30"/>
                      <a:pt x="82" y="33"/>
                      <a:pt x="82" y="35"/>
                    </a:cubicBezTo>
                    <a:cubicBezTo>
                      <a:pt x="82" y="37"/>
                      <a:pt x="83" y="37"/>
                      <a:pt x="84" y="37"/>
                    </a:cubicBezTo>
                    <a:cubicBezTo>
                      <a:pt x="87" y="37"/>
                      <a:pt x="87" y="36"/>
                      <a:pt x="87" y="34"/>
                    </a:cubicBezTo>
                    <a:lnTo>
                      <a:pt x="95" y="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307" name="Group 215"/>
            <p:cNvGrpSpPr/>
            <p:nvPr/>
          </p:nvGrpSpPr>
          <p:grpSpPr>
            <a:xfrm>
              <a:off x="7587000" y="4069440"/>
              <a:ext cx="145080" cy="85680"/>
              <a:chOff x="7587000" y="4069440"/>
              <a:chExt cx="145080" cy="85680"/>
            </a:xfrm>
          </p:grpSpPr>
          <p:sp>
            <p:nvSpPr>
              <p:cNvPr id="308" name="Freeform 216"/>
              <p:cNvSpPr/>
              <p:nvPr/>
            </p:nvSpPr>
            <p:spPr>
              <a:xfrm>
                <a:off x="7587000" y="4102920"/>
                <a:ext cx="41760" cy="34200"/>
              </a:xfrm>
              <a:custGeom>
                <a:avLst/>
                <a:gdLst/>
                <a:ahLst/>
                <a:rect l="0" t="0" r="r" b="b"/>
                <a:pathLst>
                  <a:path w="116" h="95">
                    <a:moveTo>
                      <a:pt x="50" y="13"/>
                    </a:moveTo>
                    <a:lnTo>
                      <a:pt x="74" y="13"/>
                    </a:lnTo>
                    <a:cubicBezTo>
                      <a:pt x="67" y="44"/>
                      <a:pt x="65" y="53"/>
                      <a:pt x="65" y="67"/>
                    </a:cubicBezTo>
                    <a:cubicBezTo>
                      <a:pt x="65" y="70"/>
                      <a:pt x="65" y="77"/>
                      <a:pt x="67" y="83"/>
                    </a:cubicBezTo>
                    <a:cubicBezTo>
                      <a:pt x="69" y="93"/>
                      <a:pt x="71" y="94"/>
                      <a:pt x="75" y="94"/>
                    </a:cubicBezTo>
                    <a:cubicBezTo>
                      <a:pt x="79" y="94"/>
                      <a:pt x="83" y="90"/>
                      <a:pt x="83" y="86"/>
                    </a:cubicBezTo>
                    <a:cubicBezTo>
                      <a:pt x="83" y="85"/>
                      <a:pt x="83" y="84"/>
                      <a:pt x="82" y="82"/>
                    </a:cubicBezTo>
                    <a:cubicBezTo>
                      <a:pt x="76" y="66"/>
                      <a:pt x="76" y="52"/>
                      <a:pt x="76" y="46"/>
                    </a:cubicBezTo>
                    <a:cubicBezTo>
                      <a:pt x="76" y="35"/>
                      <a:pt x="77" y="23"/>
                      <a:pt x="80" y="13"/>
                    </a:cubicBezTo>
                    <a:lnTo>
                      <a:pt x="104" y="13"/>
                    </a:lnTo>
                    <a:cubicBezTo>
                      <a:pt x="106" y="13"/>
                      <a:pt x="115" y="13"/>
                      <a:pt x="115" y="5"/>
                    </a:cubicBezTo>
                    <a:cubicBezTo>
                      <a:pt x="115" y="0"/>
                      <a:pt x="110" y="0"/>
                      <a:pt x="106" y="0"/>
                    </a:cubicBezTo>
                    <a:lnTo>
                      <a:pt x="35" y="0"/>
                    </a:lnTo>
                    <a:cubicBezTo>
                      <a:pt x="30" y="0"/>
                      <a:pt x="22" y="0"/>
                      <a:pt x="13" y="10"/>
                    </a:cubicBezTo>
                    <a:cubicBezTo>
                      <a:pt x="5" y="18"/>
                      <a:pt x="0" y="28"/>
                      <a:pt x="0" y="28"/>
                    </a:cubicBezTo>
                    <a:cubicBezTo>
                      <a:pt x="0" y="29"/>
                      <a:pt x="0" y="32"/>
                      <a:pt x="2" y="32"/>
                    </a:cubicBezTo>
                    <a:cubicBezTo>
                      <a:pt x="4" y="32"/>
                      <a:pt x="4" y="30"/>
                      <a:pt x="5" y="28"/>
                    </a:cubicBezTo>
                    <a:cubicBezTo>
                      <a:pt x="17" y="13"/>
                      <a:pt x="28" y="13"/>
                      <a:pt x="32" y="13"/>
                    </a:cubicBezTo>
                    <a:lnTo>
                      <a:pt x="45" y="13"/>
                    </a:lnTo>
                    <a:cubicBezTo>
                      <a:pt x="37" y="37"/>
                      <a:pt x="27" y="63"/>
                      <a:pt x="17" y="83"/>
                    </a:cubicBezTo>
                    <a:cubicBezTo>
                      <a:pt x="17" y="86"/>
                      <a:pt x="17" y="86"/>
                      <a:pt x="17" y="89"/>
                    </a:cubicBezTo>
                    <a:cubicBezTo>
                      <a:pt x="17" y="92"/>
                      <a:pt x="19" y="94"/>
                      <a:pt x="22" y="94"/>
                    </a:cubicBezTo>
                    <a:cubicBezTo>
                      <a:pt x="28" y="94"/>
                      <a:pt x="30" y="89"/>
                      <a:pt x="32" y="80"/>
                    </a:cubicBezTo>
                    <a:cubicBezTo>
                      <a:pt x="36" y="70"/>
                      <a:pt x="36" y="70"/>
                      <a:pt x="38" y="59"/>
                    </a:cubicBezTo>
                    <a:lnTo>
                      <a:pt x="50" y="13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09" name="Freeform 217"/>
              <p:cNvSpPr/>
              <p:nvPr/>
            </p:nvSpPr>
            <p:spPr>
              <a:xfrm>
                <a:off x="7634520" y="4069440"/>
                <a:ext cx="24120" cy="35640"/>
              </a:xfrm>
              <a:custGeom>
                <a:avLst/>
                <a:gdLst/>
                <a:ahLst/>
                <a:rect l="0" t="0" r="r" b="b"/>
                <a:pathLst>
                  <a:path w="67" h="99">
                    <a:moveTo>
                      <a:pt x="66" y="71"/>
                    </a:moveTo>
                    <a:lnTo>
                      <a:pt x="61" y="71"/>
                    </a:lnTo>
                    <a:cubicBezTo>
                      <a:pt x="61" y="75"/>
                      <a:pt x="59" y="83"/>
                      <a:pt x="57" y="85"/>
                    </a:cubicBezTo>
                    <a:cubicBezTo>
                      <a:pt x="56" y="85"/>
                      <a:pt x="44" y="85"/>
                      <a:pt x="43" y="85"/>
                    </a:cubicBezTo>
                    <a:lnTo>
                      <a:pt x="16" y="85"/>
                    </a:lnTo>
                    <a:cubicBezTo>
                      <a:pt x="31" y="72"/>
                      <a:pt x="36" y="68"/>
                      <a:pt x="45" y="61"/>
                    </a:cubicBezTo>
                    <a:cubicBezTo>
                      <a:pt x="56" y="52"/>
                      <a:pt x="66" y="43"/>
                      <a:pt x="66" y="28"/>
                    </a:cubicBezTo>
                    <a:cubicBezTo>
                      <a:pt x="66" y="10"/>
                      <a:pt x="50" y="0"/>
                      <a:pt x="31" y="0"/>
                    </a:cubicBezTo>
                    <a:cubicBezTo>
                      <a:pt x="13" y="0"/>
                      <a:pt x="0" y="13"/>
                      <a:pt x="0" y="26"/>
                    </a:cubicBezTo>
                    <a:cubicBezTo>
                      <a:pt x="0" y="34"/>
                      <a:pt x="7" y="35"/>
                      <a:pt x="8" y="35"/>
                    </a:cubicBezTo>
                    <a:cubicBezTo>
                      <a:pt x="12" y="35"/>
                      <a:pt x="17" y="32"/>
                      <a:pt x="17" y="27"/>
                    </a:cubicBezTo>
                    <a:cubicBezTo>
                      <a:pt x="17" y="24"/>
                      <a:pt x="16" y="19"/>
                      <a:pt x="8" y="19"/>
                    </a:cubicBezTo>
                    <a:cubicBezTo>
                      <a:pt x="12" y="8"/>
                      <a:pt x="22" y="5"/>
                      <a:pt x="29" y="5"/>
                    </a:cubicBezTo>
                    <a:cubicBezTo>
                      <a:pt x="44" y="5"/>
                      <a:pt x="52" y="17"/>
                      <a:pt x="52" y="28"/>
                    </a:cubicBezTo>
                    <a:cubicBezTo>
                      <a:pt x="52" y="41"/>
                      <a:pt x="43" y="52"/>
                      <a:pt x="38" y="57"/>
                    </a:cubicBezTo>
                    <a:lnTo>
                      <a:pt x="2" y="93"/>
                    </a:lnTo>
                    <a:cubicBezTo>
                      <a:pt x="0" y="94"/>
                      <a:pt x="0" y="94"/>
                      <a:pt x="0" y="98"/>
                    </a:cubicBezTo>
                    <a:lnTo>
                      <a:pt x="62" y="98"/>
                    </a:lnTo>
                    <a:lnTo>
                      <a:pt x="66" y="71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10" name="Freeform 218"/>
              <p:cNvSpPr/>
              <p:nvPr/>
            </p:nvSpPr>
            <p:spPr>
              <a:xfrm>
                <a:off x="7630920" y="4118400"/>
                <a:ext cx="47520" cy="37080"/>
              </a:xfrm>
              <a:custGeom>
                <a:avLst/>
                <a:gdLst/>
                <a:ahLst/>
                <a:rect l="0" t="0" r="r" b="b"/>
                <a:pathLst>
                  <a:path w="132" h="103">
                    <a:moveTo>
                      <a:pt x="76" y="44"/>
                    </a:moveTo>
                    <a:lnTo>
                      <a:pt x="90" y="31"/>
                    </a:lnTo>
                    <a:cubicBezTo>
                      <a:pt x="109" y="12"/>
                      <a:pt x="114" y="6"/>
                      <a:pt x="128" y="5"/>
                    </a:cubicBezTo>
                    <a:cubicBezTo>
                      <a:pt x="130" y="5"/>
                      <a:pt x="131" y="5"/>
                      <a:pt x="131" y="3"/>
                    </a:cubicBezTo>
                    <a:cubicBezTo>
                      <a:pt x="131" y="1"/>
                      <a:pt x="130" y="0"/>
                      <a:pt x="130" y="0"/>
                    </a:cubicBezTo>
                    <a:cubicBezTo>
                      <a:pt x="125" y="0"/>
                      <a:pt x="120" y="1"/>
                      <a:pt x="116" y="1"/>
                    </a:cubicBezTo>
                    <a:cubicBezTo>
                      <a:pt x="112" y="1"/>
                      <a:pt x="102" y="0"/>
                      <a:pt x="97" y="0"/>
                    </a:cubicBezTo>
                    <a:cubicBezTo>
                      <a:pt x="97" y="0"/>
                      <a:pt x="95" y="1"/>
                      <a:pt x="95" y="3"/>
                    </a:cubicBezTo>
                    <a:cubicBezTo>
                      <a:pt x="95" y="3"/>
                      <a:pt x="95" y="5"/>
                      <a:pt x="97" y="5"/>
                    </a:cubicBezTo>
                    <a:cubicBezTo>
                      <a:pt x="98" y="5"/>
                      <a:pt x="102" y="6"/>
                      <a:pt x="102" y="10"/>
                    </a:cubicBezTo>
                    <a:cubicBezTo>
                      <a:pt x="102" y="11"/>
                      <a:pt x="101" y="13"/>
                      <a:pt x="98" y="16"/>
                    </a:cubicBezTo>
                    <a:cubicBezTo>
                      <a:pt x="97" y="17"/>
                      <a:pt x="78" y="35"/>
                      <a:pt x="74" y="40"/>
                    </a:cubicBezTo>
                    <a:lnTo>
                      <a:pt x="58" y="11"/>
                    </a:lnTo>
                    <a:cubicBezTo>
                      <a:pt x="58" y="10"/>
                      <a:pt x="57" y="10"/>
                      <a:pt x="57" y="10"/>
                    </a:cubicBezTo>
                    <a:cubicBezTo>
                      <a:pt x="57" y="8"/>
                      <a:pt x="60" y="6"/>
                      <a:pt x="65" y="5"/>
                    </a:cubicBezTo>
                    <a:cubicBezTo>
                      <a:pt x="66" y="5"/>
                      <a:pt x="69" y="5"/>
                      <a:pt x="69" y="2"/>
                    </a:cubicBezTo>
                    <a:cubicBezTo>
                      <a:pt x="69" y="2"/>
                      <a:pt x="68" y="0"/>
                      <a:pt x="65" y="0"/>
                    </a:cubicBezTo>
                    <a:cubicBezTo>
                      <a:pt x="63" y="0"/>
                      <a:pt x="59" y="1"/>
                      <a:pt x="56" y="1"/>
                    </a:cubicBezTo>
                    <a:cubicBezTo>
                      <a:pt x="52" y="1"/>
                      <a:pt x="50" y="1"/>
                      <a:pt x="46" y="1"/>
                    </a:cubicBezTo>
                    <a:cubicBezTo>
                      <a:pt x="44" y="1"/>
                      <a:pt x="40" y="1"/>
                      <a:pt x="37" y="1"/>
                    </a:cubicBezTo>
                    <a:cubicBezTo>
                      <a:pt x="35" y="1"/>
                      <a:pt x="32" y="0"/>
                      <a:pt x="29" y="0"/>
                    </a:cubicBezTo>
                    <a:cubicBezTo>
                      <a:pt x="29" y="0"/>
                      <a:pt x="26" y="0"/>
                      <a:pt x="26" y="3"/>
                    </a:cubicBezTo>
                    <a:cubicBezTo>
                      <a:pt x="26" y="5"/>
                      <a:pt x="29" y="5"/>
                      <a:pt x="31" y="5"/>
                    </a:cubicBezTo>
                    <a:cubicBezTo>
                      <a:pt x="39" y="5"/>
                      <a:pt x="40" y="7"/>
                      <a:pt x="41" y="10"/>
                    </a:cubicBezTo>
                    <a:lnTo>
                      <a:pt x="62" y="51"/>
                    </a:lnTo>
                    <a:lnTo>
                      <a:pt x="54" y="59"/>
                    </a:lnTo>
                    <a:cubicBezTo>
                      <a:pt x="52" y="62"/>
                      <a:pt x="44" y="69"/>
                      <a:pt x="41" y="71"/>
                    </a:cubicBezTo>
                    <a:cubicBezTo>
                      <a:pt x="24" y="89"/>
                      <a:pt x="17" y="96"/>
                      <a:pt x="4" y="97"/>
                    </a:cubicBezTo>
                    <a:cubicBezTo>
                      <a:pt x="2" y="97"/>
                      <a:pt x="0" y="97"/>
                      <a:pt x="0" y="100"/>
                    </a:cubicBezTo>
                    <a:cubicBezTo>
                      <a:pt x="0" y="101"/>
                      <a:pt x="1" y="102"/>
                      <a:pt x="2" y="102"/>
                    </a:cubicBezTo>
                    <a:cubicBezTo>
                      <a:pt x="6" y="102"/>
                      <a:pt x="12" y="101"/>
                      <a:pt x="17" y="101"/>
                    </a:cubicBezTo>
                    <a:cubicBezTo>
                      <a:pt x="19" y="101"/>
                      <a:pt x="22" y="101"/>
                      <a:pt x="25" y="101"/>
                    </a:cubicBezTo>
                    <a:cubicBezTo>
                      <a:pt x="28" y="101"/>
                      <a:pt x="31" y="102"/>
                      <a:pt x="33" y="102"/>
                    </a:cubicBezTo>
                    <a:cubicBezTo>
                      <a:pt x="34" y="102"/>
                      <a:pt x="36" y="102"/>
                      <a:pt x="36" y="98"/>
                    </a:cubicBezTo>
                    <a:cubicBezTo>
                      <a:pt x="36" y="97"/>
                      <a:pt x="35" y="97"/>
                      <a:pt x="34" y="97"/>
                    </a:cubicBezTo>
                    <a:cubicBezTo>
                      <a:pt x="33" y="97"/>
                      <a:pt x="29" y="96"/>
                      <a:pt x="29" y="93"/>
                    </a:cubicBezTo>
                    <a:cubicBezTo>
                      <a:pt x="29" y="90"/>
                      <a:pt x="31" y="89"/>
                      <a:pt x="34" y="85"/>
                    </a:cubicBezTo>
                    <a:lnTo>
                      <a:pt x="64" y="55"/>
                    </a:lnTo>
                    <a:lnTo>
                      <a:pt x="83" y="90"/>
                    </a:lnTo>
                    <a:cubicBezTo>
                      <a:pt x="83" y="92"/>
                      <a:pt x="83" y="93"/>
                      <a:pt x="83" y="93"/>
                    </a:cubicBezTo>
                    <a:cubicBezTo>
                      <a:pt x="83" y="93"/>
                      <a:pt x="81" y="96"/>
                      <a:pt x="76" y="97"/>
                    </a:cubicBezTo>
                    <a:cubicBezTo>
                      <a:pt x="74" y="97"/>
                      <a:pt x="72" y="97"/>
                      <a:pt x="72" y="100"/>
                    </a:cubicBezTo>
                    <a:cubicBezTo>
                      <a:pt x="72" y="100"/>
                      <a:pt x="72" y="102"/>
                      <a:pt x="74" y="102"/>
                    </a:cubicBezTo>
                    <a:cubicBezTo>
                      <a:pt x="78" y="102"/>
                      <a:pt x="82" y="101"/>
                      <a:pt x="85" y="101"/>
                    </a:cubicBezTo>
                    <a:cubicBezTo>
                      <a:pt x="88" y="101"/>
                      <a:pt x="92" y="101"/>
                      <a:pt x="95" y="101"/>
                    </a:cubicBezTo>
                    <a:cubicBezTo>
                      <a:pt x="97" y="101"/>
                      <a:pt x="101" y="101"/>
                      <a:pt x="104" y="101"/>
                    </a:cubicBezTo>
                    <a:cubicBezTo>
                      <a:pt x="105" y="101"/>
                      <a:pt x="109" y="102"/>
                      <a:pt x="112" y="102"/>
                    </a:cubicBezTo>
                    <a:cubicBezTo>
                      <a:pt x="112" y="102"/>
                      <a:pt x="114" y="102"/>
                      <a:pt x="114" y="98"/>
                    </a:cubicBezTo>
                    <a:cubicBezTo>
                      <a:pt x="114" y="97"/>
                      <a:pt x="112" y="97"/>
                      <a:pt x="110" y="97"/>
                    </a:cubicBezTo>
                    <a:cubicBezTo>
                      <a:pt x="101" y="97"/>
                      <a:pt x="101" y="95"/>
                      <a:pt x="100" y="92"/>
                    </a:cubicBezTo>
                    <a:lnTo>
                      <a:pt x="76" y="44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11" name="Freeform 219"/>
              <p:cNvSpPr/>
              <p:nvPr/>
            </p:nvSpPr>
            <p:spPr>
              <a:xfrm>
                <a:off x="7684920" y="4118400"/>
                <a:ext cx="47520" cy="37080"/>
              </a:xfrm>
              <a:custGeom>
                <a:avLst/>
                <a:gdLst/>
                <a:ahLst/>
                <a:rect l="0" t="0" r="r" b="b"/>
                <a:pathLst>
                  <a:path w="132" h="103">
                    <a:moveTo>
                      <a:pt x="75" y="44"/>
                    </a:moveTo>
                    <a:lnTo>
                      <a:pt x="89" y="31"/>
                    </a:lnTo>
                    <a:cubicBezTo>
                      <a:pt x="108" y="12"/>
                      <a:pt x="114" y="6"/>
                      <a:pt x="127" y="5"/>
                    </a:cubicBezTo>
                    <a:cubicBezTo>
                      <a:pt x="130" y="5"/>
                      <a:pt x="131" y="5"/>
                      <a:pt x="131" y="3"/>
                    </a:cubicBezTo>
                    <a:cubicBezTo>
                      <a:pt x="131" y="1"/>
                      <a:pt x="130" y="0"/>
                      <a:pt x="129" y="0"/>
                    </a:cubicBezTo>
                    <a:cubicBezTo>
                      <a:pt x="124" y="0"/>
                      <a:pt x="120" y="1"/>
                      <a:pt x="115" y="1"/>
                    </a:cubicBezTo>
                    <a:cubicBezTo>
                      <a:pt x="112" y="1"/>
                      <a:pt x="101" y="0"/>
                      <a:pt x="97" y="0"/>
                    </a:cubicBezTo>
                    <a:cubicBezTo>
                      <a:pt x="97" y="0"/>
                      <a:pt x="94" y="1"/>
                      <a:pt x="94" y="3"/>
                    </a:cubicBezTo>
                    <a:cubicBezTo>
                      <a:pt x="94" y="3"/>
                      <a:pt x="94" y="5"/>
                      <a:pt x="97" y="5"/>
                    </a:cubicBezTo>
                    <a:cubicBezTo>
                      <a:pt x="98" y="5"/>
                      <a:pt x="102" y="6"/>
                      <a:pt x="102" y="10"/>
                    </a:cubicBezTo>
                    <a:cubicBezTo>
                      <a:pt x="102" y="11"/>
                      <a:pt x="101" y="13"/>
                      <a:pt x="98" y="16"/>
                    </a:cubicBezTo>
                    <a:cubicBezTo>
                      <a:pt x="97" y="17"/>
                      <a:pt x="78" y="35"/>
                      <a:pt x="73" y="40"/>
                    </a:cubicBezTo>
                    <a:lnTo>
                      <a:pt x="58" y="11"/>
                    </a:lnTo>
                    <a:cubicBezTo>
                      <a:pt x="58" y="10"/>
                      <a:pt x="57" y="10"/>
                      <a:pt x="57" y="10"/>
                    </a:cubicBezTo>
                    <a:cubicBezTo>
                      <a:pt x="57" y="8"/>
                      <a:pt x="60" y="6"/>
                      <a:pt x="65" y="5"/>
                    </a:cubicBezTo>
                    <a:cubicBezTo>
                      <a:pt x="66" y="5"/>
                      <a:pt x="68" y="5"/>
                      <a:pt x="68" y="2"/>
                    </a:cubicBezTo>
                    <a:cubicBezTo>
                      <a:pt x="68" y="2"/>
                      <a:pt x="68" y="0"/>
                      <a:pt x="65" y="0"/>
                    </a:cubicBezTo>
                    <a:cubicBezTo>
                      <a:pt x="63" y="0"/>
                      <a:pt x="59" y="1"/>
                      <a:pt x="56" y="1"/>
                    </a:cubicBezTo>
                    <a:cubicBezTo>
                      <a:pt x="52" y="1"/>
                      <a:pt x="49" y="1"/>
                      <a:pt x="46" y="1"/>
                    </a:cubicBezTo>
                    <a:cubicBezTo>
                      <a:pt x="44" y="1"/>
                      <a:pt x="40" y="1"/>
                      <a:pt x="37" y="1"/>
                    </a:cubicBezTo>
                    <a:cubicBezTo>
                      <a:pt x="35" y="1"/>
                      <a:pt x="32" y="0"/>
                      <a:pt x="29" y="0"/>
                    </a:cubicBezTo>
                    <a:cubicBezTo>
                      <a:pt x="28" y="0"/>
                      <a:pt x="25" y="0"/>
                      <a:pt x="25" y="3"/>
                    </a:cubicBezTo>
                    <a:cubicBezTo>
                      <a:pt x="25" y="5"/>
                      <a:pt x="28" y="5"/>
                      <a:pt x="30" y="5"/>
                    </a:cubicBezTo>
                    <a:cubicBezTo>
                      <a:pt x="39" y="5"/>
                      <a:pt x="40" y="7"/>
                      <a:pt x="41" y="10"/>
                    </a:cubicBezTo>
                    <a:lnTo>
                      <a:pt x="62" y="51"/>
                    </a:lnTo>
                    <a:lnTo>
                      <a:pt x="54" y="59"/>
                    </a:lnTo>
                    <a:cubicBezTo>
                      <a:pt x="51" y="62"/>
                      <a:pt x="44" y="69"/>
                      <a:pt x="41" y="71"/>
                    </a:cubicBezTo>
                    <a:cubicBezTo>
                      <a:pt x="23" y="89"/>
                      <a:pt x="17" y="96"/>
                      <a:pt x="4" y="97"/>
                    </a:cubicBezTo>
                    <a:cubicBezTo>
                      <a:pt x="2" y="97"/>
                      <a:pt x="0" y="97"/>
                      <a:pt x="0" y="100"/>
                    </a:cubicBezTo>
                    <a:cubicBezTo>
                      <a:pt x="0" y="101"/>
                      <a:pt x="1" y="102"/>
                      <a:pt x="2" y="102"/>
                    </a:cubicBezTo>
                    <a:cubicBezTo>
                      <a:pt x="6" y="102"/>
                      <a:pt x="11" y="101"/>
                      <a:pt x="16" y="101"/>
                    </a:cubicBezTo>
                    <a:cubicBezTo>
                      <a:pt x="18" y="101"/>
                      <a:pt x="22" y="101"/>
                      <a:pt x="25" y="101"/>
                    </a:cubicBezTo>
                    <a:cubicBezTo>
                      <a:pt x="28" y="101"/>
                      <a:pt x="31" y="102"/>
                      <a:pt x="33" y="102"/>
                    </a:cubicBezTo>
                    <a:cubicBezTo>
                      <a:pt x="34" y="102"/>
                      <a:pt x="36" y="102"/>
                      <a:pt x="36" y="98"/>
                    </a:cubicBezTo>
                    <a:cubicBezTo>
                      <a:pt x="36" y="97"/>
                      <a:pt x="35" y="97"/>
                      <a:pt x="34" y="97"/>
                    </a:cubicBezTo>
                    <a:cubicBezTo>
                      <a:pt x="32" y="97"/>
                      <a:pt x="28" y="96"/>
                      <a:pt x="28" y="93"/>
                    </a:cubicBezTo>
                    <a:cubicBezTo>
                      <a:pt x="28" y="90"/>
                      <a:pt x="31" y="89"/>
                      <a:pt x="34" y="85"/>
                    </a:cubicBezTo>
                    <a:lnTo>
                      <a:pt x="64" y="55"/>
                    </a:lnTo>
                    <a:lnTo>
                      <a:pt x="82" y="90"/>
                    </a:lnTo>
                    <a:cubicBezTo>
                      <a:pt x="83" y="92"/>
                      <a:pt x="83" y="93"/>
                      <a:pt x="83" y="93"/>
                    </a:cubicBezTo>
                    <a:cubicBezTo>
                      <a:pt x="83" y="93"/>
                      <a:pt x="80" y="96"/>
                      <a:pt x="75" y="97"/>
                    </a:cubicBezTo>
                    <a:cubicBezTo>
                      <a:pt x="74" y="97"/>
                      <a:pt x="72" y="97"/>
                      <a:pt x="72" y="100"/>
                    </a:cubicBezTo>
                    <a:cubicBezTo>
                      <a:pt x="72" y="100"/>
                      <a:pt x="72" y="102"/>
                      <a:pt x="74" y="102"/>
                    </a:cubicBezTo>
                    <a:cubicBezTo>
                      <a:pt x="77" y="102"/>
                      <a:pt x="82" y="101"/>
                      <a:pt x="85" y="101"/>
                    </a:cubicBezTo>
                    <a:cubicBezTo>
                      <a:pt x="88" y="101"/>
                      <a:pt x="91" y="101"/>
                      <a:pt x="94" y="101"/>
                    </a:cubicBezTo>
                    <a:cubicBezTo>
                      <a:pt x="97" y="101"/>
                      <a:pt x="101" y="101"/>
                      <a:pt x="103" y="101"/>
                    </a:cubicBezTo>
                    <a:cubicBezTo>
                      <a:pt x="105" y="101"/>
                      <a:pt x="109" y="102"/>
                      <a:pt x="112" y="102"/>
                    </a:cubicBezTo>
                    <a:cubicBezTo>
                      <a:pt x="112" y="102"/>
                      <a:pt x="114" y="102"/>
                      <a:pt x="114" y="98"/>
                    </a:cubicBezTo>
                    <a:cubicBezTo>
                      <a:pt x="114" y="97"/>
                      <a:pt x="112" y="97"/>
                      <a:pt x="110" y="97"/>
                    </a:cubicBezTo>
                    <a:cubicBezTo>
                      <a:pt x="101" y="97"/>
                      <a:pt x="101" y="95"/>
                      <a:pt x="99" y="92"/>
                    </a:cubicBezTo>
                    <a:lnTo>
                      <a:pt x="75" y="44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312" name="Group 220"/>
            <p:cNvGrpSpPr/>
            <p:nvPr/>
          </p:nvGrpSpPr>
          <p:grpSpPr>
            <a:xfrm>
              <a:off x="7587360" y="4813920"/>
              <a:ext cx="141120" cy="44280"/>
              <a:chOff x="7587360" y="4813920"/>
              <a:chExt cx="141120" cy="44280"/>
            </a:xfrm>
          </p:grpSpPr>
          <p:sp>
            <p:nvSpPr>
              <p:cNvPr id="313" name="Freeform 221"/>
              <p:cNvSpPr/>
              <p:nvPr/>
            </p:nvSpPr>
            <p:spPr>
              <a:xfrm>
                <a:off x="7587360" y="4813920"/>
                <a:ext cx="41760" cy="34560"/>
              </a:xfrm>
              <a:custGeom>
                <a:avLst/>
                <a:gdLst/>
                <a:ahLst/>
                <a:rect l="0" t="0" r="r" b="b"/>
                <a:pathLst>
                  <a:path w="116" h="96">
                    <a:moveTo>
                      <a:pt x="51" y="13"/>
                    </a:moveTo>
                    <a:lnTo>
                      <a:pt x="75" y="13"/>
                    </a:lnTo>
                    <a:cubicBezTo>
                      <a:pt x="67" y="44"/>
                      <a:pt x="65" y="53"/>
                      <a:pt x="65" y="67"/>
                    </a:cubicBezTo>
                    <a:cubicBezTo>
                      <a:pt x="65" y="70"/>
                      <a:pt x="65" y="77"/>
                      <a:pt x="67" y="83"/>
                    </a:cubicBezTo>
                    <a:cubicBezTo>
                      <a:pt x="70" y="93"/>
                      <a:pt x="72" y="95"/>
                      <a:pt x="75" y="95"/>
                    </a:cubicBezTo>
                    <a:cubicBezTo>
                      <a:pt x="79" y="95"/>
                      <a:pt x="84" y="90"/>
                      <a:pt x="84" y="86"/>
                    </a:cubicBezTo>
                    <a:cubicBezTo>
                      <a:pt x="84" y="85"/>
                      <a:pt x="84" y="84"/>
                      <a:pt x="82" y="82"/>
                    </a:cubicBezTo>
                    <a:cubicBezTo>
                      <a:pt x="77" y="67"/>
                      <a:pt x="77" y="52"/>
                      <a:pt x="77" y="46"/>
                    </a:cubicBezTo>
                    <a:cubicBezTo>
                      <a:pt x="77" y="35"/>
                      <a:pt x="77" y="23"/>
                      <a:pt x="80" y="13"/>
                    </a:cubicBezTo>
                    <a:lnTo>
                      <a:pt x="105" y="13"/>
                    </a:lnTo>
                    <a:cubicBezTo>
                      <a:pt x="107" y="13"/>
                      <a:pt x="115" y="13"/>
                      <a:pt x="115" y="5"/>
                    </a:cubicBezTo>
                    <a:cubicBezTo>
                      <a:pt x="115" y="0"/>
                      <a:pt x="110" y="0"/>
                      <a:pt x="107" y="0"/>
                    </a:cubicBezTo>
                    <a:lnTo>
                      <a:pt x="35" y="0"/>
                    </a:lnTo>
                    <a:cubicBezTo>
                      <a:pt x="30" y="0"/>
                      <a:pt x="23" y="0"/>
                      <a:pt x="13" y="10"/>
                    </a:cubicBezTo>
                    <a:cubicBezTo>
                      <a:pt x="5" y="18"/>
                      <a:pt x="0" y="29"/>
                      <a:pt x="0" y="29"/>
                    </a:cubicBezTo>
                    <a:cubicBezTo>
                      <a:pt x="0" y="29"/>
                      <a:pt x="0" y="32"/>
                      <a:pt x="2" y="32"/>
                    </a:cubicBezTo>
                    <a:cubicBezTo>
                      <a:pt x="4" y="32"/>
                      <a:pt x="4" y="30"/>
                      <a:pt x="6" y="29"/>
                    </a:cubicBezTo>
                    <a:cubicBezTo>
                      <a:pt x="17" y="13"/>
                      <a:pt x="29" y="13"/>
                      <a:pt x="32" y="13"/>
                    </a:cubicBezTo>
                    <a:lnTo>
                      <a:pt x="45" y="13"/>
                    </a:lnTo>
                    <a:cubicBezTo>
                      <a:pt x="38" y="38"/>
                      <a:pt x="27" y="63"/>
                      <a:pt x="17" y="83"/>
                    </a:cubicBezTo>
                    <a:cubicBezTo>
                      <a:pt x="17" y="86"/>
                      <a:pt x="17" y="87"/>
                      <a:pt x="17" y="89"/>
                    </a:cubicBezTo>
                    <a:cubicBezTo>
                      <a:pt x="17" y="93"/>
                      <a:pt x="20" y="95"/>
                      <a:pt x="23" y="95"/>
                    </a:cubicBezTo>
                    <a:cubicBezTo>
                      <a:pt x="29" y="95"/>
                      <a:pt x="30" y="89"/>
                      <a:pt x="32" y="80"/>
                    </a:cubicBezTo>
                    <a:cubicBezTo>
                      <a:pt x="36" y="70"/>
                      <a:pt x="36" y="70"/>
                      <a:pt x="39" y="59"/>
                    </a:cubicBezTo>
                    <a:lnTo>
                      <a:pt x="51" y="13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14" name="Freeform 222"/>
              <p:cNvSpPr/>
              <p:nvPr/>
            </p:nvSpPr>
            <p:spPr>
              <a:xfrm>
                <a:off x="7632360" y="4821480"/>
                <a:ext cx="44640" cy="37080"/>
              </a:xfrm>
              <a:custGeom>
                <a:avLst/>
                <a:gdLst/>
                <a:ahLst/>
                <a:rect l="0" t="0" r="r" b="b"/>
                <a:pathLst>
                  <a:path w="124" h="103">
                    <a:moveTo>
                      <a:pt x="17" y="90"/>
                    </a:moveTo>
                    <a:cubicBezTo>
                      <a:pt x="17" y="95"/>
                      <a:pt x="16" y="97"/>
                      <a:pt x="4" y="97"/>
                    </a:cubicBezTo>
                    <a:cubicBezTo>
                      <a:pt x="2" y="97"/>
                      <a:pt x="0" y="97"/>
                      <a:pt x="0" y="100"/>
                    </a:cubicBezTo>
                    <a:cubicBezTo>
                      <a:pt x="0" y="102"/>
                      <a:pt x="2" y="102"/>
                      <a:pt x="4" y="102"/>
                    </a:cubicBezTo>
                    <a:lnTo>
                      <a:pt x="57" y="102"/>
                    </a:lnTo>
                    <a:cubicBezTo>
                      <a:pt x="91" y="102"/>
                      <a:pt x="123" y="71"/>
                      <a:pt x="123" y="39"/>
                    </a:cubicBezTo>
                    <a:cubicBezTo>
                      <a:pt x="123" y="17"/>
                      <a:pt x="108" y="0"/>
                      <a:pt x="83" y="0"/>
                    </a:cubicBezTo>
                    <a:lnTo>
                      <a:pt x="29" y="0"/>
                    </a:lnTo>
                    <a:cubicBezTo>
                      <a:pt x="26" y="0"/>
                      <a:pt x="24" y="0"/>
                      <a:pt x="24" y="3"/>
                    </a:cubicBezTo>
                    <a:cubicBezTo>
                      <a:pt x="24" y="5"/>
                      <a:pt x="25" y="5"/>
                      <a:pt x="29" y="5"/>
                    </a:cubicBezTo>
                    <a:cubicBezTo>
                      <a:pt x="32" y="5"/>
                      <a:pt x="32" y="5"/>
                      <a:pt x="35" y="6"/>
                    </a:cubicBezTo>
                    <a:cubicBezTo>
                      <a:pt x="37" y="6"/>
                      <a:pt x="38" y="6"/>
                      <a:pt x="38" y="8"/>
                    </a:cubicBezTo>
                    <a:cubicBezTo>
                      <a:pt x="38" y="8"/>
                      <a:pt x="38" y="9"/>
                      <a:pt x="37" y="11"/>
                    </a:cubicBezTo>
                    <a:lnTo>
                      <a:pt x="17" y="90"/>
                    </a:lnTo>
                    <a:moveTo>
                      <a:pt x="51" y="10"/>
                    </a:moveTo>
                    <a:cubicBezTo>
                      <a:pt x="52" y="6"/>
                      <a:pt x="52" y="5"/>
                      <a:pt x="58" y="5"/>
                    </a:cubicBezTo>
                    <a:lnTo>
                      <a:pt x="77" y="5"/>
                    </a:lnTo>
                    <a:cubicBezTo>
                      <a:pt x="94" y="5"/>
                      <a:pt x="108" y="13"/>
                      <a:pt x="108" y="34"/>
                    </a:cubicBezTo>
                    <a:cubicBezTo>
                      <a:pt x="108" y="37"/>
                      <a:pt x="107" y="63"/>
                      <a:pt x="91" y="80"/>
                    </a:cubicBezTo>
                    <a:cubicBezTo>
                      <a:pt x="86" y="87"/>
                      <a:pt x="74" y="97"/>
                      <a:pt x="55" y="97"/>
                    </a:cubicBezTo>
                    <a:lnTo>
                      <a:pt x="35" y="97"/>
                    </a:lnTo>
                    <a:cubicBezTo>
                      <a:pt x="30" y="97"/>
                      <a:pt x="30" y="97"/>
                      <a:pt x="30" y="95"/>
                    </a:cubicBezTo>
                    <a:cubicBezTo>
                      <a:pt x="30" y="95"/>
                      <a:pt x="30" y="94"/>
                      <a:pt x="30" y="91"/>
                    </a:cubicBezTo>
                    <a:lnTo>
                      <a:pt x="51" y="10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15" name="Freeform 223"/>
              <p:cNvSpPr/>
              <p:nvPr/>
            </p:nvSpPr>
            <p:spPr>
              <a:xfrm>
                <a:off x="7684200" y="4821480"/>
                <a:ext cx="44640" cy="37080"/>
              </a:xfrm>
              <a:custGeom>
                <a:avLst/>
                <a:gdLst/>
                <a:ahLst/>
                <a:rect l="0" t="0" r="r" b="b"/>
                <a:pathLst>
                  <a:path w="124" h="103">
                    <a:moveTo>
                      <a:pt x="17" y="90"/>
                    </a:moveTo>
                    <a:cubicBezTo>
                      <a:pt x="17" y="95"/>
                      <a:pt x="16" y="97"/>
                      <a:pt x="4" y="97"/>
                    </a:cubicBezTo>
                    <a:cubicBezTo>
                      <a:pt x="2" y="97"/>
                      <a:pt x="0" y="97"/>
                      <a:pt x="0" y="100"/>
                    </a:cubicBezTo>
                    <a:cubicBezTo>
                      <a:pt x="0" y="102"/>
                      <a:pt x="2" y="102"/>
                      <a:pt x="4" y="102"/>
                    </a:cubicBezTo>
                    <a:lnTo>
                      <a:pt x="57" y="102"/>
                    </a:lnTo>
                    <a:cubicBezTo>
                      <a:pt x="91" y="102"/>
                      <a:pt x="123" y="71"/>
                      <a:pt x="123" y="39"/>
                    </a:cubicBezTo>
                    <a:cubicBezTo>
                      <a:pt x="123" y="17"/>
                      <a:pt x="108" y="0"/>
                      <a:pt x="83" y="0"/>
                    </a:cubicBezTo>
                    <a:lnTo>
                      <a:pt x="29" y="0"/>
                    </a:lnTo>
                    <a:cubicBezTo>
                      <a:pt x="26" y="0"/>
                      <a:pt x="24" y="0"/>
                      <a:pt x="24" y="3"/>
                    </a:cubicBezTo>
                    <a:cubicBezTo>
                      <a:pt x="24" y="5"/>
                      <a:pt x="25" y="5"/>
                      <a:pt x="29" y="5"/>
                    </a:cubicBezTo>
                    <a:cubicBezTo>
                      <a:pt x="32" y="5"/>
                      <a:pt x="32" y="5"/>
                      <a:pt x="35" y="6"/>
                    </a:cubicBezTo>
                    <a:cubicBezTo>
                      <a:pt x="37" y="6"/>
                      <a:pt x="38" y="6"/>
                      <a:pt x="38" y="8"/>
                    </a:cubicBezTo>
                    <a:cubicBezTo>
                      <a:pt x="38" y="8"/>
                      <a:pt x="38" y="9"/>
                      <a:pt x="37" y="11"/>
                    </a:cubicBezTo>
                    <a:lnTo>
                      <a:pt x="17" y="90"/>
                    </a:lnTo>
                    <a:moveTo>
                      <a:pt x="51" y="10"/>
                    </a:moveTo>
                    <a:cubicBezTo>
                      <a:pt x="52" y="6"/>
                      <a:pt x="52" y="5"/>
                      <a:pt x="58" y="5"/>
                    </a:cubicBezTo>
                    <a:lnTo>
                      <a:pt x="77" y="5"/>
                    </a:lnTo>
                    <a:cubicBezTo>
                      <a:pt x="95" y="5"/>
                      <a:pt x="108" y="13"/>
                      <a:pt x="108" y="34"/>
                    </a:cubicBezTo>
                    <a:cubicBezTo>
                      <a:pt x="108" y="37"/>
                      <a:pt x="107" y="63"/>
                      <a:pt x="91" y="80"/>
                    </a:cubicBezTo>
                    <a:cubicBezTo>
                      <a:pt x="86" y="87"/>
                      <a:pt x="74" y="97"/>
                      <a:pt x="55" y="97"/>
                    </a:cubicBezTo>
                    <a:lnTo>
                      <a:pt x="35" y="97"/>
                    </a:lnTo>
                    <a:cubicBezTo>
                      <a:pt x="30" y="97"/>
                      <a:pt x="30" y="97"/>
                      <a:pt x="30" y="95"/>
                    </a:cubicBezTo>
                    <a:cubicBezTo>
                      <a:pt x="30" y="95"/>
                      <a:pt x="30" y="94"/>
                      <a:pt x="30" y="91"/>
                    </a:cubicBezTo>
                    <a:lnTo>
                      <a:pt x="51" y="10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316" name="Group 224"/>
            <p:cNvGrpSpPr/>
            <p:nvPr/>
          </p:nvGrpSpPr>
          <p:grpSpPr>
            <a:xfrm>
              <a:off x="7047000" y="4509720"/>
              <a:ext cx="139320" cy="86400"/>
              <a:chOff x="7047000" y="4509720"/>
              <a:chExt cx="139320" cy="86400"/>
            </a:xfrm>
          </p:grpSpPr>
          <p:sp>
            <p:nvSpPr>
              <p:cNvPr id="317" name="Freeform 225"/>
              <p:cNvSpPr/>
              <p:nvPr/>
            </p:nvSpPr>
            <p:spPr>
              <a:xfrm>
                <a:off x="7047000" y="4523400"/>
                <a:ext cx="46080" cy="55800"/>
              </a:xfrm>
              <a:custGeom>
                <a:avLst/>
                <a:gdLst/>
                <a:ahLst/>
                <a:rect l="0" t="0" r="r" b="b"/>
                <a:pathLst>
                  <a:path w="128" h="155">
                    <a:moveTo>
                      <a:pt x="127" y="2"/>
                    </a:moveTo>
                    <a:cubicBezTo>
                      <a:pt x="127" y="2"/>
                      <a:pt x="126" y="0"/>
                      <a:pt x="124" y="0"/>
                    </a:cubicBezTo>
                    <a:cubicBezTo>
                      <a:pt x="123" y="0"/>
                      <a:pt x="123" y="0"/>
                      <a:pt x="120" y="3"/>
                    </a:cubicBezTo>
                    <a:lnTo>
                      <a:pt x="110" y="16"/>
                    </a:lnTo>
                    <a:cubicBezTo>
                      <a:pt x="104" y="5"/>
                      <a:pt x="94" y="0"/>
                      <a:pt x="80" y="0"/>
                    </a:cubicBezTo>
                    <a:cubicBezTo>
                      <a:pt x="52" y="0"/>
                      <a:pt x="28" y="25"/>
                      <a:pt x="28" y="50"/>
                    </a:cubicBezTo>
                    <a:cubicBezTo>
                      <a:pt x="28" y="67"/>
                      <a:pt x="38" y="77"/>
                      <a:pt x="49" y="81"/>
                    </a:cubicBezTo>
                    <a:lnTo>
                      <a:pt x="72" y="86"/>
                    </a:lnTo>
                    <a:cubicBezTo>
                      <a:pt x="80" y="89"/>
                      <a:pt x="92" y="91"/>
                      <a:pt x="92" y="109"/>
                    </a:cubicBezTo>
                    <a:cubicBezTo>
                      <a:pt x="92" y="127"/>
                      <a:pt x="74" y="148"/>
                      <a:pt x="53" y="148"/>
                    </a:cubicBezTo>
                    <a:cubicBezTo>
                      <a:pt x="40" y="148"/>
                      <a:pt x="17" y="143"/>
                      <a:pt x="17" y="117"/>
                    </a:cubicBezTo>
                    <a:cubicBezTo>
                      <a:pt x="17" y="112"/>
                      <a:pt x="18" y="107"/>
                      <a:pt x="18" y="105"/>
                    </a:cubicBezTo>
                    <a:lnTo>
                      <a:pt x="18" y="104"/>
                    </a:lnTo>
                    <a:cubicBezTo>
                      <a:pt x="18" y="101"/>
                      <a:pt x="17" y="101"/>
                      <a:pt x="16" y="101"/>
                    </a:cubicBezTo>
                    <a:cubicBezTo>
                      <a:pt x="14" y="101"/>
                      <a:pt x="14" y="101"/>
                      <a:pt x="13" y="102"/>
                    </a:cubicBezTo>
                    <a:cubicBezTo>
                      <a:pt x="12" y="103"/>
                      <a:pt x="0" y="151"/>
                      <a:pt x="0" y="152"/>
                    </a:cubicBezTo>
                    <a:cubicBezTo>
                      <a:pt x="0" y="153"/>
                      <a:pt x="2" y="154"/>
                      <a:pt x="3" y="154"/>
                    </a:cubicBezTo>
                    <a:cubicBezTo>
                      <a:pt x="4" y="154"/>
                      <a:pt x="4" y="154"/>
                      <a:pt x="7" y="151"/>
                    </a:cubicBezTo>
                    <a:lnTo>
                      <a:pt x="18" y="139"/>
                    </a:lnTo>
                    <a:cubicBezTo>
                      <a:pt x="26" y="151"/>
                      <a:pt x="40" y="154"/>
                      <a:pt x="52" y="154"/>
                    </a:cubicBezTo>
                    <a:cubicBezTo>
                      <a:pt x="82" y="154"/>
                      <a:pt x="107" y="126"/>
                      <a:pt x="107" y="100"/>
                    </a:cubicBezTo>
                    <a:cubicBezTo>
                      <a:pt x="107" y="86"/>
                      <a:pt x="100" y="78"/>
                      <a:pt x="97" y="75"/>
                    </a:cubicBezTo>
                    <a:cubicBezTo>
                      <a:pt x="92" y="70"/>
                      <a:pt x="89" y="70"/>
                      <a:pt x="70" y="64"/>
                    </a:cubicBezTo>
                    <a:cubicBezTo>
                      <a:pt x="64" y="63"/>
                      <a:pt x="57" y="61"/>
                      <a:pt x="56" y="61"/>
                    </a:cubicBezTo>
                    <a:cubicBezTo>
                      <a:pt x="50" y="58"/>
                      <a:pt x="42" y="52"/>
                      <a:pt x="42" y="41"/>
                    </a:cubicBezTo>
                    <a:cubicBezTo>
                      <a:pt x="42" y="24"/>
                      <a:pt x="59" y="6"/>
                      <a:pt x="80" y="6"/>
                    </a:cubicBezTo>
                    <a:cubicBezTo>
                      <a:pt x="97" y="6"/>
                      <a:pt x="110" y="15"/>
                      <a:pt x="110" y="39"/>
                    </a:cubicBezTo>
                    <a:cubicBezTo>
                      <a:pt x="110" y="46"/>
                      <a:pt x="110" y="49"/>
                      <a:pt x="110" y="50"/>
                    </a:cubicBezTo>
                    <a:cubicBezTo>
                      <a:pt x="110" y="51"/>
                      <a:pt x="110" y="53"/>
                      <a:pt x="112" y="53"/>
                    </a:cubicBezTo>
                    <a:cubicBezTo>
                      <a:pt x="113" y="53"/>
                      <a:pt x="114" y="52"/>
                      <a:pt x="116" y="49"/>
                    </a:cubicBezTo>
                    <a:lnTo>
                      <a:pt x="127" y="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18" name="Freeform 226"/>
              <p:cNvSpPr/>
              <p:nvPr/>
            </p:nvSpPr>
            <p:spPr>
              <a:xfrm>
                <a:off x="7097760" y="4509720"/>
                <a:ext cx="24120" cy="36000"/>
              </a:xfrm>
              <a:custGeom>
                <a:avLst/>
                <a:gdLst/>
                <a:ahLst/>
                <a:rect l="0" t="0" r="r" b="b"/>
                <a:pathLst>
                  <a:path w="67" h="100">
                    <a:moveTo>
                      <a:pt x="66" y="72"/>
                    </a:moveTo>
                    <a:lnTo>
                      <a:pt x="61" y="72"/>
                    </a:lnTo>
                    <a:cubicBezTo>
                      <a:pt x="60" y="75"/>
                      <a:pt x="59" y="84"/>
                      <a:pt x="56" y="86"/>
                    </a:cubicBezTo>
                    <a:cubicBezTo>
                      <a:pt x="55" y="86"/>
                      <a:pt x="43" y="86"/>
                      <a:pt x="43" y="86"/>
                    </a:cubicBezTo>
                    <a:lnTo>
                      <a:pt x="15" y="86"/>
                    </a:lnTo>
                    <a:cubicBezTo>
                      <a:pt x="30" y="73"/>
                      <a:pt x="36" y="69"/>
                      <a:pt x="44" y="62"/>
                    </a:cubicBezTo>
                    <a:cubicBezTo>
                      <a:pt x="55" y="53"/>
                      <a:pt x="66" y="44"/>
                      <a:pt x="66" y="29"/>
                    </a:cubicBezTo>
                    <a:cubicBezTo>
                      <a:pt x="66" y="11"/>
                      <a:pt x="50" y="0"/>
                      <a:pt x="31" y="0"/>
                    </a:cubicBezTo>
                    <a:cubicBezTo>
                      <a:pt x="12" y="0"/>
                      <a:pt x="0" y="14"/>
                      <a:pt x="0" y="27"/>
                    </a:cubicBezTo>
                    <a:cubicBezTo>
                      <a:pt x="0" y="35"/>
                      <a:pt x="6" y="36"/>
                      <a:pt x="7" y="36"/>
                    </a:cubicBezTo>
                    <a:cubicBezTo>
                      <a:pt x="11" y="36"/>
                      <a:pt x="16" y="33"/>
                      <a:pt x="16" y="28"/>
                    </a:cubicBezTo>
                    <a:cubicBezTo>
                      <a:pt x="16" y="25"/>
                      <a:pt x="15" y="20"/>
                      <a:pt x="7" y="20"/>
                    </a:cubicBezTo>
                    <a:cubicBezTo>
                      <a:pt x="11" y="9"/>
                      <a:pt x="21" y="6"/>
                      <a:pt x="28" y="6"/>
                    </a:cubicBezTo>
                    <a:cubicBezTo>
                      <a:pt x="43" y="6"/>
                      <a:pt x="51" y="18"/>
                      <a:pt x="51" y="29"/>
                    </a:cubicBezTo>
                    <a:cubicBezTo>
                      <a:pt x="51" y="42"/>
                      <a:pt x="43" y="53"/>
                      <a:pt x="37" y="58"/>
                    </a:cubicBezTo>
                    <a:lnTo>
                      <a:pt x="2" y="94"/>
                    </a:lnTo>
                    <a:cubicBezTo>
                      <a:pt x="0" y="95"/>
                      <a:pt x="0" y="95"/>
                      <a:pt x="0" y="99"/>
                    </a:cubicBezTo>
                    <a:lnTo>
                      <a:pt x="61" y="99"/>
                    </a:lnTo>
                    <a:lnTo>
                      <a:pt x="66" y="7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19" name="Freeform 227"/>
              <p:cNvSpPr/>
              <p:nvPr/>
            </p:nvSpPr>
            <p:spPr>
              <a:xfrm>
                <a:off x="7092000" y="4562280"/>
                <a:ext cx="18720" cy="34200"/>
              </a:xfrm>
              <a:custGeom>
                <a:avLst/>
                <a:gdLst/>
                <a:ahLst/>
                <a:rect l="0" t="0" r="r" b="b"/>
                <a:pathLst>
                  <a:path w="52" h="95">
                    <a:moveTo>
                      <a:pt x="31" y="34"/>
                    </a:moveTo>
                    <a:lnTo>
                      <a:pt x="46" y="34"/>
                    </a:lnTo>
                    <a:cubicBezTo>
                      <a:pt x="49" y="34"/>
                      <a:pt x="51" y="34"/>
                      <a:pt x="51" y="31"/>
                    </a:cubicBezTo>
                    <a:cubicBezTo>
                      <a:pt x="51" y="28"/>
                      <a:pt x="49" y="28"/>
                      <a:pt x="47" y="28"/>
                    </a:cubicBezTo>
                    <a:lnTo>
                      <a:pt x="32" y="28"/>
                    </a:lnTo>
                    <a:lnTo>
                      <a:pt x="38" y="7"/>
                    </a:lnTo>
                    <a:cubicBezTo>
                      <a:pt x="38" y="6"/>
                      <a:pt x="38" y="5"/>
                      <a:pt x="38" y="4"/>
                    </a:cubicBezTo>
                    <a:cubicBezTo>
                      <a:pt x="38" y="2"/>
                      <a:pt x="37" y="0"/>
                      <a:pt x="33" y="0"/>
                    </a:cubicBezTo>
                    <a:cubicBezTo>
                      <a:pt x="29" y="0"/>
                      <a:pt x="28" y="2"/>
                      <a:pt x="26" y="6"/>
                    </a:cubicBezTo>
                    <a:cubicBezTo>
                      <a:pt x="25" y="9"/>
                      <a:pt x="27" y="3"/>
                      <a:pt x="21" y="28"/>
                    </a:cubicBezTo>
                    <a:lnTo>
                      <a:pt x="5" y="28"/>
                    </a:lnTo>
                    <a:cubicBezTo>
                      <a:pt x="2" y="28"/>
                      <a:pt x="0" y="28"/>
                      <a:pt x="0" y="32"/>
                    </a:cubicBezTo>
                    <a:cubicBezTo>
                      <a:pt x="0" y="34"/>
                      <a:pt x="2" y="34"/>
                      <a:pt x="5" y="34"/>
                    </a:cubicBezTo>
                    <a:lnTo>
                      <a:pt x="19" y="34"/>
                    </a:lnTo>
                    <a:lnTo>
                      <a:pt x="10" y="70"/>
                    </a:lnTo>
                    <a:cubicBezTo>
                      <a:pt x="10" y="73"/>
                      <a:pt x="8" y="78"/>
                      <a:pt x="8" y="80"/>
                    </a:cubicBezTo>
                    <a:cubicBezTo>
                      <a:pt x="8" y="89"/>
                      <a:pt x="16" y="94"/>
                      <a:pt x="24" y="94"/>
                    </a:cubicBezTo>
                    <a:cubicBezTo>
                      <a:pt x="40" y="94"/>
                      <a:pt x="50" y="73"/>
                      <a:pt x="50" y="71"/>
                    </a:cubicBezTo>
                    <a:cubicBezTo>
                      <a:pt x="50" y="70"/>
                      <a:pt x="48" y="70"/>
                      <a:pt x="48" y="70"/>
                    </a:cubicBezTo>
                    <a:cubicBezTo>
                      <a:pt x="45" y="70"/>
                      <a:pt x="45" y="70"/>
                      <a:pt x="44" y="73"/>
                    </a:cubicBezTo>
                    <a:cubicBezTo>
                      <a:pt x="40" y="82"/>
                      <a:pt x="33" y="90"/>
                      <a:pt x="25" y="90"/>
                    </a:cubicBezTo>
                    <a:cubicBezTo>
                      <a:pt x="21" y="90"/>
                      <a:pt x="19" y="89"/>
                      <a:pt x="19" y="82"/>
                    </a:cubicBezTo>
                    <a:cubicBezTo>
                      <a:pt x="19" y="82"/>
                      <a:pt x="20" y="78"/>
                      <a:pt x="20" y="77"/>
                    </a:cubicBezTo>
                    <a:lnTo>
                      <a:pt x="31" y="34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20" name="Freeform 228"/>
              <p:cNvSpPr/>
              <p:nvPr/>
            </p:nvSpPr>
            <p:spPr>
              <a:xfrm>
                <a:off x="7118640" y="4581000"/>
                <a:ext cx="36720" cy="2880"/>
              </a:xfrm>
              <a:custGeom>
                <a:avLst/>
                <a:gdLst/>
                <a:ahLst/>
                <a:rect l="0" t="0" r="r" b="b"/>
                <a:pathLst>
                  <a:path w="102" h="8">
                    <a:moveTo>
                      <a:pt x="95" y="7"/>
                    </a:moveTo>
                    <a:cubicBezTo>
                      <a:pt x="97" y="7"/>
                      <a:pt x="101" y="7"/>
                      <a:pt x="101" y="4"/>
                    </a:cubicBezTo>
                    <a:cubicBezTo>
                      <a:pt x="101" y="0"/>
                      <a:pt x="97" y="0"/>
                      <a:pt x="95" y="0"/>
                    </a:cubicBezTo>
                    <a:lnTo>
                      <a:pt x="6" y="0"/>
                    </a:lnTo>
                    <a:cubicBezTo>
                      <a:pt x="3" y="0"/>
                      <a:pt x="0" y="0"/>
                      <a:pt x="0" y="4"/>
                    </a:cubicBezTo>
                    <a:cubicBezTo>
                      <a:pt x="0" y="7"/>
                      <a:pt x="3" y="7"/>
                      <a:pt x="6" y="7"/>
                    </a:cubicBezTo>
                    <a:lnTo>
                      <a:pt x="95" y="7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21" name="Freeform 229"/>
              <p:cNvSpPr/>
              <p:nvPr/>
            </p:nvSpPr>
            <p:spPr>
              <a:xfrm>
                <a:off x="7166520" y="4560120"/>
                <a:ext cx="20160" cy="35640"/>
              </a:xfrm>
              <a:custGeom>
                <a:avLst/>
                <a:gdLst/>
                <a:ahLst/>
                <a:rect l="0" t="0" r="r" b="b"/>
                <a:pathLst>
                  <a:path w="56" h="99">
                    <a:moveTo>
                      <a:pt x="33" y="5"/>
                    </a:moveTo>
                    <a:cubicBezTo>
                      <a:pt x="33" y="0"/>
                      <a:pt x="33" y="0"/>
                      <a:pt x="29" y="0"/>
                    </a:cubicBezTo>
                    <a:cubicBezTo>
                      <a:pt x="19" y="10"/>
                      <a:pt x="6" y="10"/>
                      <a:pt x="0" y="10"/>
                    </a:cubicBezTo>
                    <a:lnTo>
                      <a:pt x="0" y="15"/>
                    </a:lnTo>
                    <a:cubicBezTo>
                      <a:pt x="3" y="15"/>
                      <a:pt x="13" y="15"/>
                      <a:pt x="21" y="10"/>
                    </a:cubicBezTo>
                    <a:lnTo>
                      <a:pt x="21" y="86"/>
                    </a:lnTo>
                    <a:cubicBezTo>
                      <a:pt x="21" y="91"/>
                      <a:pt x="21" y="93"/>
                      <a:pt x="7" y="93"/>
                    </a:cubicBezTo>
                    <a:lnTo>
                      <a:pt x="1" y="93"/>
                    </a:lnTo>
                    <a:lnTo>
                      <a:pt x="1" y="98"/>
                    </a:lnTo>
                    <a:cubicBezTo>
                      <a:pt x="3" y="98"/>
                      <a:pt x="22" y="98"/>
                      <a:pt x="28" y="98"/>
                    </a:cubicBezTo>
                    <a:cubicBezTo>
                      <a:pt x="32" y="98"/>
                      <a:pt x="51" y="98"/>
                      <a:pt x="55" y="98"/>
                    </a:cubicBezTo>
                    <a:lnTo>
                      <a:pt x="55" y="93"/>
                    </a:lnTo>
                    <a:lnTo>
                      <a:pt x="48" y="93"/>
                    </a:lnTo>
                    <a:cubicBezTo>
                      <a:pt x="33" y="93"/>
                      <a:pt x="33" y="91"/>
                      <a:pt x="33" y="86"/>
                    </a:cubicBezTo>
                    <a:lnTo>
                      <a:pt x="33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322" name="Group 230"/>
            <p:cNvGrpSpPr/>
            <p:nvPr/>
          </p:nvGrpSpPr>
          <p:grpSpPr>
            <a:xfrm>
              <a:off x="8225280" y="4510440"/>
              <a:ext cx="74160" cy="86400"/>
              <a:chOff x="8225280" y="4510440"/>
              <a:chExt cx="74160" cy="86400"/>
            </a:xfrm>
          </p:grpSpPr>
          <p:sp>
            <p:nvSpPr>
              <p:cNvPr id="323" name="Freeform 231"/>
              <p:cNvSpPr/>
              <p:nvPr/>
            </p:nvSpPr>
            <p:spPr>
              <a:xfrm>
                <a:off x="8225280" y="4523400"/>
                <a:ext cx="45720" cy="55800"/>
              </a:xfrm>
              <a:custGeom>
                <a:avLst/>
                <a:gdLst/>
                <a:ahLst/>
                <a:rect l="0" t="0" r="r" b="b"/>
                <a:pathLst>
                  <a:path w="127" h="155">
                    <a:moveTo>
                      <a:pt x="126" y="2"/>
                    </a:moveTo>
                    <a:cubicBezTo>
                      <a:pt x="126" y="2"/>
                      <a:pt x="126" y="0"/>
                      <a:pt x="124" y="0"/>
                    </a:cubicBezTo>
                    <a:cubicBezTo>
                      <a:pt x="123" y="0"/>
                      <a:pt x="123" y="0"/>
                      <a:pt x="120" y="3"/>
                    </a:cubicBezTo>
                    <a:lnTo>
                      <a:pt x="110" y="16"/>
                    </a:lnTo>
                    <a:cubicBezTo>
                      <a:pt x="104" y="5"/>
                      <a:pt x="93" y="0"/>
                      <a:pt x="79" y="0"/>
                    </a:cubicBezTo>
                    <a:cubicBezTo>
                      <a:pt x="52" y="0"/>
                      <a:pt x="27" y="25"/>
                      <a:pt x="27" y="50"/>
                    </a:cubicBezTo>
                    <a:cubicBezTo>
                      <a:pt x="27" y="67"/>
                      <a:pt x="38" y="77"/>
                      <a:pt x="49" y="81"/>
                    </a:cubicBezTo>
                    <a:lnTo>
                      <a:pt x="72" y="86"/>
                    </a:lnTo>
                    <a:cubicBezTo>
                      <a:pt x="79" y="89"/>
                      <a:pt x="91" y="91"/>
                      <a:pt x="91" y="109"/>
                    </a:cubicBezTo>
                    <a:cubicBezTo>
                      <a:pt x="91" y="127"/>
                      <a:pt x="74" y="148"/>
                      <a:pt x="53" y="148"/>
                    </a:cubicBezTo>
                    <a:cubicBezTo>
                      <a:pt x="40" y="148"/>
                      <a:pt x="17" y="143"/>
                      <a:pt x="17" y="117"/>
                    </a:cubicBezTo>
                    <a:cubicBezTo>
                      <a:pt x="17" y="112"/>
                      <a:pt x="17" y="107"/>
                      <a:pt x="17" y="105"/>
                    </a:cubicBezTo>
                    <a:lnTo>
                      <a:pt x="17" y="104"/>
                    </a:lnTo>
                    <a:cubicBezTo>
                      <a:pt x="17" y="101"/>
                      <a:pt x="17" y="101"/>
                      <a:pt x="15" y="101"/>
                    </a:cubicBezTo>
                    <a:cubicBezTo>
                      <a:pt x="13" y="101"/>
                      <a:pt x="13" y="101"/>
                      <a:pt x="13" y="102"/>
                    </a:cubicBezTo>
                    <a:cubicBezTo>
                      <a:pt x="12" y="103"/>
                      <a:pt x="0" y="151"/>
                      <a:pt x="0" y="152"/>
                    </a:cubicBezTo>
                    <a:cubicBezTo>
                      <a:pt x="0" y="153"/>
                      <a:pt x="1" y="154"/>
                      <a:pt x="3" y="154"/>
                    </a:cubicBezTo>
                    <a:lnTo>
                      <a:pt x="6" y="151"/>
                    </a:lnTo>
                    <a:lnTo>
                      <a:pt x="17" y="139"/>
                    </a:lnTo>
                    <a:cubicBezTo>
                      <a:pt x="25" y="151"/>
                      <a:pt x="40" y="154"/>
                      <a:pt x="52" y="154"/>
                    </a:cubicBezTo>
                    <a:cubicBezTo>
                      <a:pt x="82" y="154"/>
                      <a:pt x="107" y="126"/>
                      <a:pt x="107" y="100"/>
                    </a:cubicBezTo>
                    <a:cubicBezTo>
                      <a:pt x="107" y="86"/>
                      <a:pt x="99" y="78"/>
                      <a:pt x="97" y="75"/>
                    </a:cubicBezTo>
                    <a:cubicBezTo>
                      <a:pt x="91" y="70"/>
                      <a:pt x="89" y="70"/>
                      <a:pt x="69" y="64"/>
                    </a:cubicBezTo>
                    <a:cubicBezTo>
                      <a:pt x="64" y="63"/>
                      <a:pt x="57" y="61"/>
                      <a:pt x="55" y="61"/>
                    </a:cubicBezTo>
                    <a:cubicBezTo>
                      <a:pt x="50" y="58"/>
                      <a:pt x="42" y="52"/>
                      <a:pt x="42" y="41"/>
                    </a:cubicBezTo>
                    <a:cubicBezTo>
                      <a:pt x="42" y="24"/>
                      <a:pt x="59" y="6"/>
                      <a:pt x="79" y="6"/>
                    </a:cubicBezTo>
                    <a:cubicBezTo>
                      <a:pt x="97" y="6"/>
                      <a:pt x="110" y="15"/>
                      <a:pt x="110" y="39"/>
                    </a:cubicBezTo>
                    <a:cubicBezTo>
                      <a:pt x="110" y="46"/>
                      <a:pt x="109" y="49"/>
                      <a:pt x="109" y="50"/>
                    </a:cubicBezTo>
                    <a:cubicBezTo>
                      <a:pt x="109" y="51"/>
                      <a:pt x="109" y="53"/>
                      <a:pt x="111" y="53"/>
                    </a:cubicBezTo>
                    <a:cubicBezTo>
                      <a:pt x="113" y="53"/>
                      <a:pt x="114" y="52"/>
                      <a:pt x="115" y="49"/>
                    </a:cubicBezTo>
                    <a:lnTo>
                      <a:pt x="126" y="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24" name="Freeform 232"/>
              <p:cNvSpPr/>
              <p:nvPr/>
            </p:nvSpPr>
            <p:spPr>
              <a:xfrm>
                <a:off x="8275680" y="4510440"/>
                <a:ext cx="24120" cy="36000"/>
              </a:xfrm>
              <a:custGeom>
                <a:avLst/>
                <a:gdLst/>
                <a:ahLst/>
                <a:rect l="0" t="0" r="r" b="b"/>
                <a:pathLst>
                  <a:path w="67" h="100">
                    <a:moveTo>
                      <a:pt x="66" y="72"/>
                    </a:moveTo>
                    <a:lnTo>
                      <a:pt x="61" y="72"/>
                    </a:lnTo>
                    <a:cubicBezTo>
                      <a:pt x="61" y="75"/>
                      <a:pt x="59" y="84"/>
                      <a:pt x="57" y="86"/>
                    </a:cubicBezTo>
                    <a:cubicBezTo>
                      <a:pt x="56" y="86"/>
                      <a:pt x="44" y="86"/>
                      <a:pt x="43" y="86"/>
                    </a:cubicBezTo>
                    <a:lnTo>
                      <a:pt x="16" y="86"/>
                    </a:lnTo>
                    <a:cubicBezTo>
                      <a:pt x="30" y="73"/>
                      <a:pt x="36" y="69"/>
                      <a:pt x="45" y="62"/>
                    </a:cubicBezTo>
                    <a:cubicBezTo>
                      <a:pt x="56" y="52"/>
                      <a:pt x="66" y="44"/>
                      <a:pt x="66" y="29"/>
                    </a:cubicBezTo>
                    <a:cubicBezTo>
                      <a:pt x="66" y="11"/>
                      <a:pt x="50" y="0"/>
                      <a:pt x="31" y="0"/>
                    </a:cubicBezTo>
                    <a:cubicBezTo>
                      <a:pt x="13" y="0"/>
                      <a:pt x="0" y="14"/>
                      <a:pt x="0" y="27"/>
                    </a:cubicBezTo>
                    <a:cubicBezTo>
                      <a:pt x="0" y="35"/>
                      <a:pt x="7" y="36"/>
                      <a:pt x="8" y="36"/>
                    </a:cubicBezTo>
                    <a:cubicBezTo>
                      <a:pt x="12" y="36"/>
                      <a:pt x="17" y="33"/>
                      <a:pt x="17" y="28"/>
                    </a:cubicBezTo>
                    <a:cubicBezTo>
                      <a:pt x="17" y="25"/>
                      <a:pt x="16" y="20"/>
                      <a:pt x="8" y="20"/>
                    </a:cubicBezTo>
                    <a:cubicBezTo>
                      <a:pt x="12" y="9"/>
                      <a:pt x="22" y="5"/>
                      <a:pt x="29" y="5"/>
                    </a:cubicBezTo>
                    <a:cubicBezTo>
                      <a:pt x="44" y="5"/>
                      <a:pt x="52" y="18"/>
                      <a:pt x="52" y="29"/>
                    </a:cubicBezTo>
                    <a:cubicBezTo>
                      <a:pt x="52" y="42"/>
                      <a:pt x="43" y="52"/>
                      <a:pt x="38" y="58"/>
                    </a:cubicBezTo>
                    <a:lnTo>
                      <a:pt x="2" y="94"/>
                    </a:lnTo>
                    <a:cubicBezTo>
                      <a:pt x="0" y="95"/>
                      <a:pt x="0" y="95"/>
                      <a:pt x="0" y="99"/>
                    </a:cubicBezTo>
                    <a:lnTo>
                      <a:pt x="62" y="99"/>
                    </a:lnTo>
                    <a:lnTo>
                      <a:pt x="66" y="7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25" name="Freeform 233"/>
              <p:cNvSpPr/>
              <p:nvPr/>
            </p:nvSpPr>
            <p:spPr>
              <a:xfrm>
                <a:off x="8270280" y="4563000"/>
                <a:ext cx="18360" cy="34200"/>
              </a:xfrm>
              <a:custGeom>
                <a:avLst/>
                <a:gdLst/>
                <a:ahLst/>
                <a:rect l="0" t="0" r="r" b="b"/>
                <a:pathLst>
                  <a:path w="51" h="95">
                    <a:moveTo>
                      <a:pt x="30" y="34"/>
                    </a:moveTo>
                    <a:lnTo>
                      <a:pt x="46" y="34"/>
                    </a:lnTo>
                    <a:cubicBezTo>
                      <a:pt x="49" y="34"/>
                      <a:pt x="50" y="34"/>
                      <a:pt x="50" y="31"/>
                    </a:cubicBezTo>
                    <a:cubicBezTo>
                      <a:pt x="50" y="28"/>
                      <a:pt x="49" y="28"/>
                      <a:pt x="46" y="28"/>
                    </a:cubicBezTo>
                    <a:lnTo>
                      <a:pt x="32" y="28"/>
                    </a:lnTo>
                    <a:lnTo>
                      <a:pt x="37" y="7"/>
                    </a:lnTo>
                    <a:cubicBezTo>
                      <a:pt x="37" y="6"/>
                      <a:pt x="37" y="5"/>
                      <a:pt x="37" y="4"/>
                    </a:cubicBezTo>
                    <a:cubicBezTo>
                      <a:pt x="37" y="2"/>
                      <a:pt x="36" y="0"/>
                      <a:pt x="32" y="0"/>
                    </a:cubicBezTo>
                    <a:cubicBezTo>
                      <a:pt x="29" y="0"/>
                      <a:pt x="27" y="2"/>
                      <a:pt x="25" y="6"/>
                    </a:cubicBezTo>
                    <a:cubicBezTo>
                      <a:pt x="25" y="9"/>
                      <a:pt x="27" y="3"/>
                      <a:pt x="20" y="28"/>
                    </a:cubicBezTo>
                    <a:lnTo>
                      <a:pt x="5" y="28"/>
                    </a:lnTo>
                    <a:cubicBezTo>
                      <a:pt x="2" y="28"/>
                      <a:pt x="0" y="28"/>
                      <a:pt x="0" y="32"/>
                    </a:cubicBezTo>
                    <a:cubicBezTo>
                      <a:pt x="0" y="34"/>
                      <a:pt x="2" y="34"/>
                      <a:pt x="5" y="34"/>
                    </a:cubicBezTo>
                    <a:lnTo>
                      <a:pt x="19" y="34"/>
                    </a:lnTo>
                    <a:lnTo>
                      <a:pt x="10" y="69"/>
                    </a:lnTo>
                    <a:cubicBezTo>
                      <a:pt x="10" y="73"/>
                      <a:pt x="8" y="78"/>
                      <a:pt x="8" y="80"/>
                    </a:cubicBezTo>
                    <a:cubicBezTo>
                      <a:pt x="8" y="89"/>
                      <a:pt x="15" y="94"/>
                      <a:pt x="24" y="94"/>
                    </a:cubicBezTo>
                    <a:cubicBezTo>
                      <a:pt x="40" y="94"/>
                      <a:pt x="50" y="73"/>
                      <a:pt x="50" y="71"/>
                    </a:cubicBezTo>
                    <a:cubicBezTo>
                      <a:pt x="50" y="70"/>
                      <a:pt x="48" y="70"/>
                      <a:pt x="48" y="70"/>
                    </a:cubicBezTo>
                    <a:cubicBezTo>
                      <a:pt x="45" y="70"/>
                      <a:pt x="45" y="70"/>
                      <a:pt x="44" y="73"/>
                    </a:cubicBezTo>
                    <a:cubicBezTo>
                      <a:pt x="40" y="82"/>
                      <a:pt x="32" y="90"/>
                      <a:pt x="24" y="90"/>
                    </a:cubicBezTo>
                    <a:cubicBezTo>
                      <a:pt x="21" y="90"/>
                      <a:pt x="19" y="89"/>
                      <a:pt x="19" y="82"/>
                    </a:cubicBezTo>
                    <a:cubicBezTo>
                      <a:pt x="19" y="82"/>
                      <a:pt x="20" y="78"/>
                      <a:pt x="20" y="76"/>
                    </a:cubicBezTo>
                    <a:lnTo>
                      <a:pt x="30" y="34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326" name="Group 234"/>
            <p:cNvGrpSpPr/>
            <p:nvPr/>
          </p:nvGrpSpPr>
          <p:grpSpPr>
            <a:xfrm>
              <a:off x="8093160" y="5357520"/>
              <a:ext cx="132840" cy="87120"/>
              <a:chOff x="8093160" y="5357520"/>
              <a:chExt cx="132840" cy="87120"/>
            </a:xfrm>
          </p:grpSpPr>
          <p:sp>
            <p:nvSpPr>
              <p:cNvPr id="327" name="Freeform 235"/>
              <p:cNvSpPr/>
              <p:nvPr/>
            </p:nvSpPr>
            <p:spPr>
              <a:xfrm>
                <a:off x="8093160" y="5371560"/>
                <a:ext cx="38160" cy="54720"/>
              </a:xfrm>
              <a:custGeom>
                <a:avLst/>
                <a:gdLst/>
                <a:ahLst/>
                <a:rect l="0" t="0" r="r" b="b"/>
                <a:pathLst>
                  <a:path w="106" h="152">
                    <a:moveTo>
                      <a:pt x="64" y="86"/>
                    </a:moveTo>
                    <a:cubicBezTo>
                      <a:pt x="74" y="108"/>
                      <a:pt x="83" y="141"/>
                      <a:pt x="88" y="146"/>
                    </a:cubicBezTo>
                    <a:cubicBezTo>
                      <a:pt x="91" y="151"/>
                      <a:pt x="93" y="151"/>
                      <a:pt x="99" y="151"/>
                    </a:cubicBezTo>
                    <a:lnTo>
                      <a:pt x="104" y="151"/>
                    </a:lnTo>
                    <a:cubicBezTo>
                      <a:pt x="105" y="150"/>
                      <a:pt x="105" y="149"/>
                      <a:pt x="105" y="148"/>
                    </a:cubicBezTo>
                    <a:cubicBezTo>
                      <a:pt x="105" y="148"/>
                      <a:pt x="105" y="147"/>
                      <a:pt x="104" y="146"/>
                    </a:cubicBezTo>
                    <a:cubicBezTo>
                      <a:pt x="102" y="144"/>
                      <a:pt x="101" y="141"/>
                      <a:pt x="100" y="137"/>
                    </a:cubicBezTo>
                    <a:lnTo>
                      <a:pt x="56" y="16"/>
                    </a:lnTo>
                    <a:cubicBezTo>
                      <a:pt x="52" y="4"/>
                      <a:pt x="40" y="0"/>
                      <a:pt x="30" y="0"/>
                    </a:cubicBezTo>
                    <a:cubicBezTo>
                      <a:pt x="29" y="0"/>
                      <a:pt x="26" y="0"/>
                      <a:pt x="26" y="3"/>
                    </a:cubicBezTo>
                    <a:cubicBezTo>
                      <a:pt x="26" y="4"/>
                      <a:pt x="29" y="5"/>
                      <a:pt x="29" y="5"/>
                    </a:cubicBezTo>
                    <a:cubicBezTo>
                      <a:pt x="36" y="6"/>
                      <a:pt x="37" y="8"/>
                      <a:pt x="42" y="22"/>
                    </a:cubicBezTo>
                    <a:lnTo>
                      <a:pt x="63" y="80"/>
                    </a:lnTo>
                    <a:lnTo>
                      <a:pt x="4" y="137"/>
                    </a:lnTo>
                    <a:cubicBezTo>
                      <a:pt x="2" y="140"/>
                      <a:pt x="0" y="142"/>
                      <a:pt x="0" y="144"/>
                    </a:cubicBezTo>
                    <a:cubicBezTo>
                      <a:pt x="0" y="148"/>
                      <a:pt x="4" y="151"/>
                      <a:pt x="7" y="151"/>
                    </a:cubicBezTo>
                    <a:cubicBezTo>
                      <a:pt x="10" y="151"/>
                      <a:pt x="12" y="149"/>
                      <a:pt x="14" y="146"/>
                    </a:cubicBezTo>
                    <a:lnTo>
                      <a:pt x="64" y="86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28" name="Freeform 236"/>
              <p:cNvSpPr/>
              <p:nvPr/>
            </p:nvSpPr>
            <p:spPr>
              <a:xfrm>
                <a:off x="8139960" y="5357520"/>
                <a:ext cx="20160" cy="36000"/>
              </a:xfrm>
              <a:custGeom>
                <a:avLst/>
                <a:gdLst/>
                <a:ahLst/>
                <a:rect l="0" t="0" r="r" b="b"/>
                <a:pathLst>
                  <a:path w="56" h="100">
                    <a:moveTo>
                      <a:pt x="33" y="5"/>
                    </a:moveTo>
                    <a:cubicBezTo>
                      <a:pt x="33" y="0"/>
                      <a:pt x="33" y="0"/>
                      <a:pt x="29" y="0"/>
                    </a:cubicBezTo>
                    <a:cubicBezTo>
                      <a:pt x="19" y="10"/>
                      <a:pt x="6" y="10"/>
                      <a:pt x="0" y="10"/>
                    </a:cubicBezTo>
                    <a:lnTo>
                      <a:pt x="0" y="15"/>
                    </a:lnTo>
                    <a:cubicBezTo>
                      <a:pt x="3" y="15"/>
                      <a:pt x="13" y="15"/>
                      <a:pt x="21" y="10"/>
                    </a:cubicBezTo>
                    <a:lnTo>
                      <a:pt x="21" y="87"/>
                    </a:lnTo>
                    <a:cubicBezTo>
                      <a:pt x="21" y="91"/>
                      <a:pt x="21" y="93"/>
                      <a:pt x="7" y="93"/>
                    </a:cubicBezTo>
                    <a:lnTo>
                      <a:pt x="1" y="93"/>
                    </a:lnTo>
                    <a:lnTo>
                      <a:pt x="1" y="99"/>
                    </a:lnTo>
                    <a:cubicBezTo>
                      <a:pt x="4" y="99"/>
                      <a:pt x="23" y="98"/>
                      <a:pt x="28" y="98"/>
                    </a:cubicBezTo>
                    <a:cubicBezTo>
                      <a:pt x="32" y="98"/>
                      <a:pt x="51" y="99"/>
                      <a:pt x="55" y="99"/>
                    </a:cubicBezTo>
                    <a:lnTo>
                      <a:pt x="55" y="93"/>
                    </a:lnTo>
                    <a:lnTo>
                      <a:pt x="49" y="93"/>
                    </a:lnTo>
                    <a:cubicBezTo>
                      <a:pt x="33" y="93"/>
                      <a:pt x="33" y="91"/>
                      <a:pt x="33" y="87"/>
                    </a:cubicBezTo>
                    <a:lnTo>
                      <a:pt x="33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29" name="Freeform 237"/>
              <p:cNvSpPr/>
              <p:nvPr/>
            </p:nvSpPr>
            <p:spPr>
              <a:xfrm>
                <a:off x="8136720" y="5407200"/>
                <a:ext cx="47520" cy="36720"/>
              </a:xfrm>
              <a:custGeom>
                <a:avLst/>
                <a:gdLst/>
                <a:ahLst/>
                <a:rect l="0" t="0" r="r" b="b"/>
                <a:pathLst>
                  <a:path w="132" h="102">
                    <a:moveTo>
                      <a:pt x="75" y="44"/>
                    </a:moveTo>
                    <a:lnTo>
                      <a:pt x="89" y="31"/>
                    </a:lnTo>
                    <a:cubicBezTo>
                      <a:pt x="108" y="12"/>
                      <a:pt x="115" y="6"/>
                      <a:pt x="127" y="5"/>
                    </a:cubicBezTo>
                    <a:cubicBezTo>
                      <a:pt x="130" y="5"/>
                      <a:pt x="131" y="5"/>
                      <a:pt x="131" y="2"/>
                    </a:cubicBezTo>
                    <a:cubicBezTo>
                      <a:pt x="131" y="0"/>
                      <a:pt x="130" y="0"/>
                      <a:pt x="129" y="0"/>
                    </a:cubicBezTo>
                    <a:cubicBezTo>
                      <a:pt x="124" y="0"/>
                      <a:pt x="120" y="0"/>
                      <a:pt x="115" y="0"/>
                    </a:cubicBezTo>
                    <a:cubicBezTo>
                      <a:pt x="112" y="0"/>
                      <a:pt x="101" y="0"/>
                      <a:pt x="97" y="0"/>
                    </a:cubicBezTo>
                    <a:cubicBezTo>
                      <a:pt x="97" y="0"/>
                      <a:pt x="95" y="0"/>
                      <a:pt x="95" y="3"/>
                    </a:cubicBezTo>
                    <a:cubicBezTo>
                      <a:pt x="95" y="3"/>
                      <a:pt x="95" y="5"/>
                      <a:pt x="97" y="5"/>
                    </a:cubicBezTo>
                    <a:cubicBezTo>
                      <a:pt x="99" y="5"/>
                      <a:pt x="102" y="5"/>
                      <a:pt x="102" y="9"/>
                    </a:cubicBezTo>
                    <a:cubicBezTo>
                      <a:pt x="102" y="11"/>
                      <a:pt x="101" y="13"/>
                      <a:pt x="99" y="16"/>
                    </a:cubicBezTo>
                    <a:cubicBezTo>
                      <a:pt x="97" y="17"/>
                      <a:pt x="79" y="35"/>
                      <a:pt x="73" y="40"/>
                    </a:cubicBezTo>
                    <a:lnTo>
                      <a:pt x="58" y="11"/>
                    </a:lnTo>
                    <a:cubicBezTo>
                      <a:pt x="58" y="10"/>
                      <a:pt x="57" y="9"/>
                      <a:pt x="57" y="9"/>
                    </a:cubicBezTo>
                    <a:cubicBezTo>
                      <a:pt x="57" y="8"/>
                      <a:pt x="60" y="5"/>
                      <a:pt x="65" y="5"/>
                    </a:cubicBezTo>
                    <a:cubicBezTo>
                      <a:pt x="66" y="5"/>
                      <a:pt x="68" y="5"/>
                      <a:pt x="68" y="2"/>
                    </a:cubicBezTo>
                    <a:cubicBezTo>
                      <a:pt x="68" y="2"/>
                      <a:pt x="68" y="0"/>
                      <a:pt x="65" y="0"/>
                    </a:cubicBezTo>
                    <a:cubicBezTo>
                      <a:pt x="63" y="0"/>
                      <a:pt x="59" y="0"/>
                      <a:pt x="56" y="0"/>
                    </a:cubicBezTo>
                    <a:cubicBezTo>
                      <a:pt x="52" y="0"/>
                      <a:pt x="49" y="0"/>
                      <a:pt x="46" y="0"/>
                    </a:cubicBezTo>
                    <a:cubicBezTo>
                      <a:pt x="44" y="0"/>
                      <a:pt x="40" y="0"/>
                      <a:pt x="37" y="0"/>
                    </a:cubicBezTo>
                    <a:cubicBezTo>
                      <a:pt x="35" y="0"/>
                      <a:pt x="32" y="0"/>
                      <a:pt x="29" y="0"/>
                    </a:cubicBezTo>
                    <a:cubicBezTo>
                      <a:pt x="28" y="0"/>
                      <a:pt x="25" y="0"/>
                      <a:pt x="25" y="3"/>
                    </a:cubicBezTo>
                    <a:cubicBezTo>
                      <a:pt x="25" y="5"/>
                      <a:pt x="28" y="5"/>
                      <a:pt x="30" y="5"/>
                    </a:cubicBezTo>
                    <a:cubicBezTo>
                      <a:pt x="39" y="5"/>
                      <a:pt x="40" y="7"/>
                      <a:pt x="41" y="9"/>
                    </a:cubicBezTo>
                    <a:lnTo>
                      <a:pt x="63" y="51"/>
                    </a:lnTo>
                    <a:lnTo>
                      <a:pt x="54" y="59"/>
                    </a:lnTo>
                    <a:cubicBezTo>
                      <a:pt x="51" y="62"/>
                      <a:pt x="44" y="68"/>
                      <a:pt x="41" y="71"/>
                    </a:cubicBezTo>
                    <a:cubicBezTo>
                      <a:pt x="23" y="89"/>
                      <a:pt x="17" y="96"/>
                      <a:pt x="4" y="97"/>
                    </a:cubicBezTo>
                    <a:cubicBezTo>
                      <a:pt x="2" y="97"/>
                      <a:pt x="0" y="97"/>
                      <a:pt x="0" y="100"/>
                    </a:cubicBezTo>
                    <a:cubicBezTo>
                      <a:pt x="0" y="101"/>
                      <a:pt x="1" y="101"/>
                      <a:pt x="2" y="101"/>
                    </a:cubicBezTo>
                    <a:cubicBezTo>
                      <a:pt x="6" y="101"/>
                      <a:pt x="11" y="101"/>
                      <a:pt x="16" y="101"/>
                    </a:cubicBezTo>
                    <a:cubicBezTo>
                      <a:pt x="18" y="101"/>
                      <a:pt x="23" y="101"/>
                      <a:pt x="25" y="101"/>
                    </a:cubicBezTo>
                    <a:cubicBezTo>
                      <a:pt x="28" y="101"/>
                      <a:pt x="31" y="101"/>
                      <a:pt x="33" y="101"/>
                    </a:cubicBezTo>
                    <a:cubicBezTo>
                      <a:pt x="34" y="101"/>
                      <a:pt x="36" y="101"/>
                      <a:pt x="36" y="99"/>
                    </a:cubicBezTo>
                    <a:cubicBezTo>
                      <a:pt x="36" y="97"/>
                      <a:pt x="35" y="97"/>
                      <a:pt x="34" y="97"/>
                    </a:cubicBezTo>
                    <a:cubicBezTo>
                      <a:pt x="32" y="97"/>
                      <a:pt x="28" y="96"/>
                      <a:pt x="28" y="92"/>
                    </a:cubicBezTo>
                    <a:cubicBezTo>
                      <a:pt x="28" y="90"/>
                      <a:pt x="31" y="89"/>
                      <a:pt x="35" y="85"/>
                    </a:cubicBezTo>
                    <a:lnTo>
                      <a:pt x="64" y="55"/>
                    </a:lnTo>
                    <a:lnTo>
                      <a:pt x="82" y="90"/>
                    </a:lnTo>
                    <a:cubicBezTo>
                      <a:pt x="83" y="92"/>
                      <a:pt x="83" y="92"/>
                      <a:pt x="83" y="92"/>
                    </a:cubicBezTo>
                    <a:cubicBezTo>
                      <a:pt x="83" y="93"/>
                      <a:pt x="80" y="96"/>
                      <a:pt x="75" y="97"/>
                    </a:cubicBezTo>
                    <a:cubicBezTo>
                      <a:pt x="74" y="97"/>
                      <a:pt x="72" y="97"/>
                      <a:pt x="72" y="100"/>
                    </a:cubicBezTo>
                    <a:cubicBezTo>
                      <a:pt x="72" y="100"/>
                      <a:pt x="72" y="101"/>
                      <a:pt x="75" y="101"/>
                    </a:cubicBezTo>
                    <a:cubicBezTo>
                      <a:pt x="77" y="101"/>
                      <a:pt x="82" y="101"/>
                      <a:pt x="85" y="101"/>
                    </a:cubicBezTo>
                    <a:cubicBezTo>
                      <a:pt x="88" y="101"/>
                      <a:pt x="91" y="101"/>
                      <a:pt x="94" y="101"/>
                    </a:cubicBezTo>
                    <a:cubicBezTo>
                      <a:pt x="97" y="101"/>
                      <a:pt x="101" y="101"/>
                      <a:pt x="103" y="101"/>
                    </a:cubicBezTo>
                    <a:cubicBezTo>
                      <a:pt x="105" y="101"/>
                      <a:pt x="109" y="101"/>
                      <a:pt x="112" y="101"/>
                    </a:cubicBezTo>
                    <a:cubicBezTo>
                      <a:pt x="112" y="101"/>
                      <a:pt x="115" y="101"/>
                      <a:pt x="115" y="97"/>
                    </a:cubicBezTo>
                    <a:cubicBezTo>
                      <a:pt x="115" y="97"/>
                      <a:pt x="112" y="97"/>
                      <a:pt x="110" y="97"/>
                    </a:cubicBezTo>
                    <a:cubicBezTo>
                      <a:pt x="101" y="97"/>
                      <a:pt x="101" y="95"/>
                      <a:pt x="100" y="92"/>
                    </a:cubicBezTo>
                    <a:lnTo>
                      <a:pt x="75" y="44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30" name="Freeform 238"/>
              <p:cNvSpPr/>
              <p:nvPr/>
            </p:nvSpPr>
            <p:spPr>
              <a:xfrm>
                <a:off x="8191800" y="5406120"/>
                <a:ext cx="34560" cy="38880"/>
              </a:xfrm>
              <a:custGeom>
                <a:avLst/>
                <a:gdLst/>
                <a:ahLst/>
                <a:rect l="0" t="0" r="r" b="b"/>
                <a:pathLst>
                  <a:path w="96" h="108">
                    <a:moveTo>
                      <a:pt x="95" y="1"/>
                    </a:moveTo>
                    <a:cubicBezTo>
                      <a:pt x="95" y="1"/>
                      <a:pt x="94" y="0"/>
                      <a:pt x="93" y="0"/>
                    </a:cubicBezTo>
                    <a:cubicBezTo>
                      <a:pt x="92" y="0"/>
                      <a:pt x="92" y="0"/>
                      <a:pt x="90" y="1"/>
                    </a:cubicBezTo>
                    <a:lnTo>
                      <a:pt x="83" y="10"/>
                    </a:lnTo>
                    <a:cubicBezTo>
                      <a:pt x="77" y="3"/>
                      <a:pt x="68" y="0"/>
                      <a:pt x="59" y="0"/>
                    </a:cubicBezTo>
                    <a:cubicBezTo>
                      <a:pt x="37" y="0"/>
                      <a:pt x="19" y="17"/>
                      <a:pt x="19" y="34"/>
                    </a:cubicBezTo>
                    <a:cubicBezTo>
                      <a:pt x="19" y="36"/>
                      <a:pt x="20" y="43"/>
                      <a:pt x="24" y="47"/>
                    </a:cubicBezTo>
                    <a:cubicBezTo>
                      <a:pt x="29" y="54"/>
                      <a:pt x="35" y="55"/>
                      <a:pt x="44" y="57"/>
                    </a:cubicBezTo>
                    <a:cubicBezTo>
                      <a:pt x="48" y="58"/>
                      <a:pt x="56" y="59"/>
                      <a:pt x="57" y="60"/>
                    </a:cubicBezTo>
                    <a:cubicBezTo>
                      <a:pt x="62" y="61"/>
                      <a:pt x="71" y="64"/>
                      <a:pt x="71" y="76"/>
                    </a:cubicBezTo>
                    <a:cubicBezTo>
                      <a:pt x="71" y="88"/>
                      <a:pt x="59" y="102"/>
                      <a:pt x="41" y="102"/>
                    </a:cubicBezTo>
                    <a:cubicBezTo>
                      <a:pt x="29" y="102"/>
                      <a:pt x="12" y="97"/>
                      <a:pt x="12" y="81"/>
                    </a:cubicBezTo>
                    <a:cubicBezTo>
                      <a:pt x="12" y="79"/>
                      <a:pt x="13" y="76"/>
                      <a:pt x="14" y="73"/>
                    </a:cubicBezTo>
                    <a:lnTo>
                      <a:pt x="14" y="73"/>
                    </a:lnTo>
                    <a:cubicBezTo>
                      <a:pt x="14" y="70"/>
                      <a:pt x="12" y="70"/>
                      <a:pt x="11" y="70"/>
                    </a:cubicBezTo>
                    <a:cubicBezTo>
                      <a:pt x="9" y="70"/>
                      <a:pt x="9" y="71"/>
                      <a:pt x="9" y="73"/>
                    </a:cubicBezTo>
                    <a:lnTo>
                      <a:pt x="1" y="103"/>
                    </a:lnTo>
                    <a:cubicBezTo>
                      <a:pt x="1" y="104"/>
                      <a:pt x="0" y="104"/>
                      <a:pt x="0" y="106"/>
                    </a:cubicBezTo>
                    <a:cubicBezTo>
                      <a:pt x="0" y="106"/>
                      <a:pt x="1" y="107"/>
                      <a:pt x="2" y="107"/>
                    </a:cubicBezTo>
                    <a:cubicBezTo>
                      <a:pt x="4" y="107"/>
                      <a:pt x="4" y="107"/>
                      <a:pt x="6" y="105"/>
                    </a:cubicBezTo>
                    <a:cubicBezTo>
                      <a:pt x="7" y="103"/>
                      <a:pt x="11" y="99"/>
                      <a:pt x="12" y="97"/>
                    </a:cubicBezTo>
                    <a:cubicBezTo>
                      <a:pt x="21" y="106"/>
                      <a:pt x="32" y="107"/>
                      <a:pt x="40" y="107"/>
                    </a:cubicBezTo>
                    <a:cubicBezTo>
                      <a:pt x="64" y="107"/>
                      <a:pt x="82" y="88"/>
                      <a:pt x="82" y="70"/>
                    </a:cubicBezTo>
                    <a:cubicBezTo>
                      <a:pt x="82" y="64"/>
                      <a:pt x="79" y="58"/>
                      <a:pt x="76" y="55"/>
                    </a:cubicBezTo>
                    <a:cubicBezTo>
                      <a:pt x="71" y="49"/>
                      <a:pt x="68" y="48"/>
                      <a:pt x="49" y="43"/>
                    </a:cubicBezTo>
                    <a:cubicBezTo>
                      <a:pt x="46" y="43"/>
                      <a:pt x="40" y="43"/>
                      <a:pt x="40" y="41"/>
                    </a:cubicBezTo>
                    <a:cubicBezTo>
                      <a:pt x="37" y="40"/>
                      <a:pt x="30" y="36"/>
                      <a:pt x="30" y="28"/>
                    </a:cubicBezTo>
                    <a:cubicBezTo>
                      <a:pt x="30" y="17"/>
                      <a:pt x="44" y="4"/>
                      <a:pt x="59" y="4"/>
                    </a:cubicBezTo>
                    <a:cubicBezTo>
                      <a:pt x="75" y="4"/>
                      <a:pt x="82" y="13"/>
                      <a:pt x="82" y="28"/>
                    </a:cubicBezTo>
                    <a:cubicBezTo>
                      <a:pt x="82" y="29"/>
                      <a:pt x="82" y="33"/>
                      <a:pt x="82" y="34"/>
                    </a:cubicBezTo>
                    <a:cubicBezTo>
                      <a:pt x="82" y="36"/>
                      <a:pt x="84" y="36"/>
                      <a:pt x="84" y="36"/>
                    </a:cubicBezTo>
                    <a:cubicBezTo>
                      <a:pt x="87" y="36"/>
                      <a:pt x="87" y="36"/>
                      <a:pt x="87" y="33"/>
                    </a:cubicBez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331" name="Group 239"/>
            <p:cNvGrpSpPr/>
            <p:nvPr/>
          </p:nvGrpSpPr>
          <p:grpSpPr>
            <a:xfrm>
              <a:off x="8092440" y="4333320"/>
              <a:ext cx="132840" cy="87120"/>
              <a:chOff x="8092440" y="4333320"/>
              <a:chExt cx="132840" cy="87120"/>
            </a:xfrm>
          </p:grpSpPr>
          <p:sp>
            <p:nvSpPr>
              <p:cNvPr id="332" name="Freeform 240"/>
              <p:cNvSpPr/>
              <p:nvPr/>
            </p:nvSpPr>
            <p:spPr>
              <a:xfrm>
                <a:off x="8092440" y="4347360"/>
                <a:ext cx="38160" cy="54720"/>
              </a:xfrm>
              <a:custGeom>
                <a:avLst/>
                <a:gdLst/>
                <a:ahLst/>
                <a:rect l="0" t="0" r="r" b="b"/>
                <a:pathLst>
                  <a:path w="106" h="152">
                    <a:moveTo>
                      <a:pt x="65" y="86"/>
                    </a:moveTo>
                    <a:cubicBezTo>
                      <a:pt x="74" y="108"/>
                      <a:pt x="84" y="141"/>
                      <a:pt x="88" y="146"/>
                    </a:cubicBezTo>
                    <a:cubicBezTo>
                      <a:pt x="91" y="151"/>
                      <a:pt x="93" y="151"/>
                      <a:pt x="99" y="151"/>
                    </a:cubicBezTo>
                    <a:lnTo>
                      <a:pt x="104" y="151"/>
                    </a:lnTo>
                    <a:cubicBezTo>
                      <a:pt x="105" y="150"/>
                      <a:pt x="105" y="149"/>
                      <a:pt x="105" y="148"/>
                    </a:cubicBezTo>
                    <a:cubicBezTo>
                      <a:pt x="105" y="148"/>
                      <a:pt x="105" y="147"/>
                      <a:pt x="104" y="146"/>
                    </a:cubicBezTo>
                    <a:cubicBezTo>
                      <a:pt x="103" y="144"/>
                      <a:pt x="101" y="141"/>
                      <a:pt x="100" y="137"/>
                    </a:cubicBezTo>
                    <a:lnTo>
                      <a:pt x="56" y="16"/>
                    </a:lnTo>
                    <a:cubicBezTo>
                      <a:pt x="52" y="4"/>
                      <a:pt x="40" y="0"/>
                      <a:pt x="30" y="0"/>
                    </a:cubicBezTo>
                    <a:cubicBezTo>
                      <a:pt x="29" y="0"/>
                      <a:pt x="26" y="0"/>
                      <a:pt x="26" y="3"/>
                    </a:cubicBezTo>
                    <a:cubicBezTo>
                      <a:pt x="26" y="4"/>
                      <a:pt x="29" y="5"/>
                      <a:pt x="29" y="5"/>
                    </a:cubicBezTo>
                    <a:cubicBezTo>
                      <a:pt x="36" y="6"/>
                      <a:pt x="37" y="8"/>
                      <a:pt x="42" y="22"/>
                    </a:cubicBezTo>
                    <a:lnTo>
                      <a:pt x="63" y="80"/>
                    </a:lnTo>
                    <a:lnTo>
                      <a:pt x="4" y="137"/>
                    </a:lnTo>
                    <a:cubicBezTo>
                      <a:pt x="2" y="140"/>
                      <a:pt x="0" y="142"/>
                      <a:pt x="0" y="144"/>
                    </a:cubicBezTo>
                    <a:cubicBezTo>
                      <a:pt x="0" y="148"/>
                      <a:pt x="4" y="151"/>
                      <a:pt x="7" y="151"/>
                    </a:cubicBezTo>
                    <a:cubicBezTo>
                      <a:pt x="10" y="151"/>
                      <a:pt x="12" y="149"/>
                      <a:pt x="14" y="146"/>
                    </a:cubicBezTo>
                    <a:lnTo>
                      <a:pt x="65" y="86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33" name="Freeform 241"/>
              <p:cNvSpPr/>
              <p:nvPr/>
            </p:nvSpPr>
            <p:spPr>
              <a:xfrm>
                <a:off x="8136720" y="4333320"/>
                <a:ext cx="24120" cy="36000"/>
              </a:xfrm>
              <a:custGeom>
                <a:avLst/>
                <a:gdLst/>
                <a:ahLst/>
                <a:rect l="0" t="0" r="r" b="b"/>
                <a:pathLst>
                  <a:path w="67" h="100">
                    <a:moveTo>
                      <a:pt x="66" y="72"/>
                    </a:moveTo>
                    <a:lnTo>
                      <a:pt x="61" y="72"/>
                    </a:lnTo>
                    <a:cubicBezTo>
                      <a:pt x="60" y="76"/>
                      <a:pt x="59" y="84"/>
                      <a:pt x="56" y="86"/>
                    </a:cubicBezTo>
                    <a:cubicBezTo>
                      <a:pt x="56" y="86"/>
                      <a:pt x="44" y="86"/>
                      <a:pt x="43" y="86"/>
                    </a:cubicBezTo>
                    <a:lnTo>
                      <a:pt x="15" y="86"/>
                    </a:lnTo>
                    <a:cubicBezTo>
                      <a:pt x="30" y="72"/>
                      <a:pt x="36" y="69"/>
                      <a:pt x="44" y="62"/>
                    </a:cubicBezTo>
                    <a:cubicBezTo>
                      <a:pt x="56" y="52"/>
                      <a:pt x="66" y="44"/>
                      <a:pt x="66" y="29"/>
                    </a:cubicBezTo>
                    <a:cubicBezTo>
                      <a:pt x="66" y="11"/>
                      <a:pt x="50" y="0"/>
                      <a:pt x="31" y="0"/>
                    </a:cubicBezTo>
                    <a:cubicBezTo>
                      <a:pt x="13" y="0"/>
                      <a:pt x="0" y="13"/>
                      <a:pt x="0" y="27"/>
                    </a:cubicBezTo>
                    <a:cubicBezTo>
                      <a:pt x="0" y="35"/>
                      <a:pt x="6" y="36"/>
                      <a:pt x="8" y="36"/>
                    </a:cubicBezTo>
                    <a:cubicBezTo>
                      <a:pt x="11" y="36"/>
                      <a:pt x="16" y="32"/>
                      <a:pt x="16" y="27"/>
                    </a:cubicBezTo>
                    <a:cubicBezTo>
                      <a:pt x="16" y="25"/>
                      <a:pt x="15" y="20"/>
                      <a:pt x="8" y="20"/>
                    </a:cubicBezTo>
                    <a:cubicBezTo>
                      <a:pt x="11" y="9"/>
                      <a:pt x="21" y="5"/>
                      <a:pt x="28" y="5"/>
                    </a:cubicBezTo>
                    <a:cubicBezTo>
                      <a:pt x="44" y="5"/>
                      <a:pt x="51" y="17"/>
                      <a:pt x="51" y="29"/>
                    </a:cubicBezTo>
                    <a:cubicBezTo>
                      <a:pt x="51" y="42"/>
                      <a:pt x="43" y="52"/>
                      <a:pt x="37" y="58"/>
                    </a:cubicBezTo>
                    <a:lnTo>
                      <a:pt x="2" y="93"/>
                    </a:lnTo>
                    <a:cubicBezTo>
                      <a:pt x="0" y="95"/>
                      <a:pt x="0" y="95"/>
                      <a:pt x="0" y="99"/>
                    </a:cubicBezTo>
                    <a:lnTo>
                      <a:pt x="61" y="99"/>
                    </a:lnTo>
                    <a:lnTo>
                      <a:pt x="66" y="7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34" name="Freeform 242"/>
              <p:cNvSpPr/>
              <p:nvPr/>
            </p:nvSpPr>
            <p:spPr>
              <a:xfrm>
                <a:off x="8135640" y="4382280"/>
                <a:ext cx="47880" cy="37080"/>
              </a:xfrm>
              <a:custGeom>
                <a:avLst/>
                <a:gdLst/>
                <a:ahLst/>
                <a:rect l="0" t="0" r="r" b="b"/>
                <a:pathLst>
                  <a:path w="133" h="103">
                    <a:moveTo>
                      <a:pt x="76" y="45"/>
                    </a:moveTo>
                    <a:lnTo>
                      <a:pt x="90" y="32"/>
                    </a:lnTo>
                    <a:cubicBezTo>
                      <a:pt x="109" y="13"/>
                      <a:pt x="115" y="7"/>
                      <a:pt x="128" y="6"/>
                    </a:cubicBezTo>
                    <a:cubicBezTo>
                      <a:pt x="130" y="6"/>
                      <a:pt x="132" y="6"/>
                      <a:pt x="132" y="3"/>
                    </a:cubicBezTo>
                    <a:cubicBezTo>
                      <a:pt x="132" y="1"/>
                      <a:pt x="130" y="0"/>
                      <a:pt x="130" y="0"/>
                    </a:cubicBezTo>
                    <a:cubicBezTo>
                      <a:pt x="125" y="0"/>
                      <a:pt x="120" y="1"/>
                      <a:pt x="116" y="1"/>
                    </a:cubicBezTo>
                    <a:cubicBezTo>
                      <a:pt x="112" y="1"/>
                      <a:pt x="102" y="0"/>
                      <a:pt x="97" y="0"/>
                    </a:cubicBezTo>
                    <a:cubicBezTo>
                      <a:pt x="97" y="0"/>
                      <a:pt x="96" y="1"/>
                      <a:pt x="96" y="4"/>
                    </a:cubicBezTo>
                    <a:cubicBezTo>
                      <a:pt x="96" y="4"/>
                      <a:pt x="96" y="6"/>
                      <a:pt x="97" y="6"/>
                    </a:cubicBezTo>
                    <a:cubicBezTo>
                      <a:pt x="99" y="6"/>
                      <a:pt x="103" y="6"/>
                      <a:pt x="103" y="10"/>
                    </a:cubicBezTo>
                    <a:cubicBezTo>
                      <a:pt x="103" y="11"/>
                      <a:pt x="101" y="14"/>
                      <a:pt x="99" y="16"/>
                    </a:cubicBezTo>
                    <a:cubicBezTo>
                      <a:pt x="97" y="18"/>
                      <a:pt x="79" y="35"/>
                      <a:pt x="74" y="40"/>
                    </a:cubicBezTo>
                    <a:lnTo>
                      <a:pt x="58" y="11"/>
                    </a:lnTo>
                    <a:lnTo>
                      <a:pt x="57" y="10"/>
                    </a:lnTo>
                    <a:cubicBezTo>
                      <a:pt x="57" y="9"/>
                      <a:pt x="61" y="6"/>
                      <a:pt x="65" y="6"/>
                    </a:cubicBezTo>
                    <a:cubicBezTo>
                      <a:pt x="66" y="6"/>
                      <a:pt x="69" y="6"/>
                      <a:pt x="69" y="2"/>
                    </a:cubicBezTo>
                    <a:cubicBezTo>
                      <a:pt x="69" y="2"/>
                      <a:pt x="68" y="0"/>
                      <a:pt x="66" y="0"/>
                    </a:cubicBezTo>
                    <a:cubicBezTo>
                      <a:pt x="63" y="0"/>
                      <a:pt x="59" y="1"/>
                      <a:pt x="56" y="1"/>
                    </a:cubicBezTo>
                    <a:cubicBezTo>
                      <a:pt x="52" y="1"/>
                      <a:pt x="50" y="1"/>
                      <a:pt x="47" y="1"/>
                    </a:cubicBezTo>
                    <a:cubicBezTo>
                      <a:pt x="44" y="1"/>
                      <a:pt x="40" y="1"/>
                      <a:pt x="37" y="1"/>
                    </a:cubicBezTo>
                    <a:cubicBezTo>
                      <a:pt x="35" y="1"/>
                      <a:pt x="32" y="0"/>
                      <a:pt x="30" y="0"/>
                    </a:cubicBezTo>
                    <a:cubicBezTo>
                      <a:pt x="29" y="0"/>
                      <a:pt x="26" y="0"/>
                      <a:pt x="26" y="4"/>
                    </a:cubicBezTo>
                    <a:cubicBezTo>
                      <a:pt x="26" y="6"/>
                      <a:pt x="29" y="6"/>
                      <a:pt x="31" y="6"/>
                    </a:cubicBezTo>
                    <a:cubicBezTo>
                      <a:pt x="40" y="6"/>
                      <a:pt x="40" y="7"/>
                      <a:pt x="42" y="10"/>
                    </a:cubicBezTo>
                    <a:lnTo>
                      <a:pt x="63" y="52"/>
                    </a:lnTo>
                    <a:lnTo>
                      <a:pt x="54" y="59"/>
                    </a:lnTo>
                    <a:cubicBezTo>
                      <a:pt x="52" y="63"/>
                      <a:pt x="44" y="69"/>
                      <a:pt x="42" y="72"/>
                    </a:cubicBezTo>
                    <a:cubicBezTo>
                      <a:pt x="24" y="90"/>
                      <a:pt x="17" y="97"/>
                      <a:pt x="4" y="98"/>
                    </a:cubicBezTo>
                    <a:cubicBezTo>
                      <a:pt x="2" y="98"/>
                      <a:pt x="0" y="98"/>
                      <a:pt x="0" y="101"/>
                    </a:cubicBezTo>
                    <a:cubicBezTo>
                      <a:pt x="0" y="101"/>
                      <a:pt x="1" y="102"/>
                      <a:pt x="2" y="102"/>
                    </a:cubicBezTo>
                    <a:cubicBezTo>
                      <a:pt x="7" y="102"/>
                      <a:pt x="12" y="101"/>
                      <a:pt x="17" y="101"/>
                    </a:cubicBezTo>
                    <a:cubicBezTo>
                      <a:pt x="19" y="101"/>
                      <a:pt x="23" y="101"/>
                      <a:pt x="25" y="101"/>
                    </a:cubicBezTo>
                    <a:cubicBezTo>
                      <a:pt x="28" y="101"/>
                      <a:pt x="31" y="102"/>
                      <a:pt x="33" y="102"/>
                    </a:cubicBezTo>
                    <a:cubicBezTo>
                      <a:pt x="34" y="102"/>
                      <a:pt x="37" y="102"/>
                      <a:pt x="37" y="99"/>
                    </a:cubicBezTo>
                    <a:cubicBezTo>
                      <a:pt x="37" y="98"/>
                      <a:pt x="35" y="98"/>
                      <a:pt x="34" y="98"/>
                    </a:cubicBezTo>
                    <a:cubicBezTo>
                      <a:pt x="33" y="98"/>
                      <a:pt x="29" y="97"/>
                      <a:pt x="29" y="93"/>
                    </a:cubicBezTo>
                    <a:cubicBezTo>
                      <a:pt x="29" y="91"/>
                      <a:pt x="31" y="89"/>
                      <a:pt x="35" y="85"/>
                    </a:cubicBezTo>
                    <a:lnTo>
                      <a:pt x="64" y="56"/>
                    </a:lnTo>
                    <a:lnTo>
                      <a:pt x="83" y="91"/>
                    </a:lnTo>
                    <a:cubicBezTo>
                      <a:pt x="83" y="92"/>
                      <a:pt x="83" y="93"/>
                      <a:pt x="83" y="93"/>
                    </a:cubicBezTo>
                    <a:cubicBezTo>
                      <a:pt x="83" y="94"/>
                      <a:pt x="81" y="97"/>
                      <a:pt x="76" y="98"/>
                    </a:cubicBezTo>
                    <a:cubicBezTo>
                      <a:pt x="75" y="98"/>
                      <a:pt x="73" y="98"/>
                      <a:pt x="73" y="101"/>
                    </a:cubicBezTo>
                    <a:cubicBezTo>
                      <a:pt x="73" y="101"/>
                      <a:pt x="73" y="102"/>
                      <a:pt x="75" y="102"/>
                    </a:cubicBezTo>
                    <a:cubicBezTo>
                      <a:pt x="78" y="102"/>
                      <a:pt x="82" y="101"/>
                      <a:pt x="85" y="101"/>
                    </a:cubicBezTo>
                    <a:cubicBezTo>
                      <a:pt x="89" y="101"/>
                      <a:pt x="92" y="101"/>
                      <a:pt x="95" y="101"/>
                    </a:cubicBezTo>
                    <a:cubicBezTo>
                      <a:pt x="97" y="101"/>
                      <a:pt x="101" y="101"/>
                      <a:pt x="104" y="101"/>
                    </a:cubicBezTo>
                    <a:cubicBezTo>
                      <a:pt x="106" y="101"/>
                      <a:pt x="109" y="102"/>
                      <a:pt x="112" y="102"/>
                    </a:cubicBezTo>
                    <a:cubicBezTo>
                      <a:pt x="113" y="102"/>
                      <a:pt x="115" y="102"/>
                      <a:pt x="115" y="98"/>
                    </a:cubicBezTo>
                    <a:cubicBezTo>
                      <a:pt x="115" y="98"/>
                      <a:pt x="113" y="98"/>
                      <a:pt x="110" y="98"/>
                    </a:cubicBezTo>
                    <a:cubicBezTo>
                      <a:pt x="101" y="98"/>
                      <a:pt x="101" y="96"/>
                      <a:pt x="100" y="92"/>
                    </a:cubicBezTo>
                    <a:lnTo>
                      <a:pt x="76" y="4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35" name="Freeform 243"/>
              <p:cNvSpPr/>
              <p:nvPr/>
            </p:nvSpPr>
            <p:spPr>
              <a:xfrm>
                <a:off x="8191440" y="4381560"/>
                <a:ext cx="34200" cy="39240"/>
              </a:xfrm>
              <a:custGeom>
                <a:avLst/>
                <a:gdLst/>
                <a:ahLst/>
                <a:rect l="0" t="0" r="r" b="b"/>
                <a:pathLst>
                  <a:path w="95" h="109">
                    <a:moveTo>
                      <a:pt x="94" y="2"/>
                    </a:moveTo>
                    <a:cubicBezTo>
                      <a:pt x="94" y="1"/>
                      <a:pt x="93" y="0"/>
                      <a:pt x="92" y="0"/>
                    </a:cubicBezTo>
                    <a:cubicBezTo>
                      <a:pt x="91" y="0"/>
                      <a:pt x="91" y="0"/>
                      <a:pt x="89" y="2"/>
                    </a:cubicBezTo>
                    <a:lnTo>
                      <a:pt x="82" y="10"/>
                    </a:lnTo>
                    <a:cubicBezTo>
                      <a:pt x="76" y="3"/>
                      <a:pt x="67" y="0"/>
                      <a:pt x="58" y="0"/>
                    </a:cubicBezTo>
                    <a:cubicBezTo>
                      <a:pt x="36" y="0"/>
                      <a:pt x="19" y="17"/>
                      <a:pt x="19" y="35"/>
                    </a:cubicBezTo>
                    <a:cubicBezTo>
                      <a:pt x="19" y="36"/>
                      <a:pt x="19" y="43"/>
                      <a:pt x="23" y="48"/>
                    </a:cubicBezTo>
                    <a:cubicBezTo>
                      <a:pt x="28" y="54"/>
                      <a:pt x="34" y="55"/>
                      <a:pt x="43" y="57"/>
                    </a:cubicBezTo>
                    <a:cubicBezTo>
                      <a:pt x="47" y="58"/>
                      <a:pt x="55" y="60"/>
                      <a:pt x="56" y="60"/>
                    </a:cubicBezTo>
                    <a:cubicBezTo>
                      <a:pt x="61" y="61"/>
                      <a:pt x="70" y="65"/>
                      <a:pt x="70" y="77"/>
                    </a:cubicBezTo>
                    <a:cubicBezTo>
                      <a:pt x="70" y="89"/>
                      <a:pt x="58" y="102"/>
                      <a:pt x="40" y="102"/>
                    </a:cubicBezTo>
                    <a:cubicBezTo>
                      <a:pt x="28" y="102"/>
                      <a:pt x="12" y="97"/>
                      <a:pt x="12" y="81"/>
                    </a:cubicBezTo>
                    <a:cubicBezTo>
                      <a:pt x="12" y="79"/>
                      <a:pt x="12" y="77"/>
                      <a:pt x="13" y="74"/>
                    </a:cubicBezTo>
                    <a:lnTo>
                      <a:pt x="13" y="73"/>
                    </a:lnTo>
                    <a:cubicBezTo>
                      <a:pt x="13" y="70"/>
                      <a:pt x="11" y="70"/>
                      <a:pt x="10" y="70"/>
                    </a:cubicBezTo>
                    <a:cubicBezTo>
                      <a:pt x="8" y="70"/>
                      <a:pt x="8" y="71"/>
                      <a:pt x="8" y="74"/>
                    </a:cubicBezTo>
                    <a:lnTo>
                      <a:pt x="0" y="103"/>
                    </a:lnTo>
                    <a:cubicBezTo>
                      <a:pt x="0" y="104"/>
                      <a:pt x="0" y="105"/>
                      <a:pt x="0" y="106"/>
                    </a:cubicBezTo>
                    <a:cubicBezTo>
                      <a:pt x="0" y="107"/>
                      <a:pt x="0" y="108"/>
                      <a:pt x="1" y="108"/>
                    </a:cubicBezTo>
                    <a:cubicBezTo>
                      <a:pt x="3" y="108"/>
                      <a:pt x="3" y="108"/>
                      <a:pt x="5" y="105"/>
                    </a:cubicBezTo>
                    <a:cubicBezTo>
                      <a:pt x="7" y="103"/>
                      <a:pt x="10" y="99"/>
                      <a:pt x="12" y="97"/>
                    </a:cubicBezTo>
                    <a:cubicBezTo>
                      <a:pt x="20" y="106"/>
                      <a:pt x="31" y="108"/>
                      <a:pt x="40" y="108"/>
                    </a:cubicBezTo>
                    <a:cubicBezTo>
                      <a:pt x="63" y="108"/>
                      <a:pt x="81" y="89"/>
                      <a:pt x="81" y="70"/>
                    </a:cubicBezTo>
                    <a:cubicBezTo>
                      <a:pt x="81" y="64"/>
                      <a:pt x="78" y="58"/>
                      <a:pt x="75" y="55"/>
                    </a:cubicBezTo>
                    <a:cubicBezTo>
                      <a:pt x="70" y="49"/>
                      <a:pt x="67" y="49"/>
                      <a:pt x="48" y="44"/>
                    </a:cubicBezTo>
                    <a:cubicBezTo>
                      <a:pt x="45" y="44"/>
                      <a:pt x="40" y="43"/>
                      <a:pt x="40" y="42"/>
                    </a:cubicBezTo>
                    <a:cubicBezTo>
                      <a:pt x="36" y="40"/>
                      <a:pt x="29" y="37"/>
                      <a:pt x="29" y="28"/>
                    </a:cubicBezTo>
                    <a:cubicBezTo>
                      <a:pt x="29" y="17"/>
                      <a:pt x="43" y="4"/>
                      <a:pt x="58" y="4"/>
                    </a:cubicBezTo>
                    <a:cubicBezTo>
                      <a:pt x="74" y="4"/>
                      <a:pt x="81" y="13"/>
                      <a:pt x="81" y="28"/>
                    </a:cubicBezTo>
                    <a:cubicBezTo>
                      <a:pt x="81" y="30"/>
                      <a:pt x="81" y="33"/>
                      <a:pt x="81" y="35"/>
                    </a:cubicBezTo>
                    <a:cubicBezTo>
                      <a:pt x="81" y="37"/>
                      <a:pt x="83" y="37"/>
                      <a:pt x="83" y="37"/>
                    </a:cubicBezTo>
                    <a:cubicBezTo>
                      <a:pt x="86" y="37"/>
                      <a:pt x="86" y="36"/>
                      <a:pt x="86" y="34"/>
                    </a:cubicBezTo>
                    <a:lnTo>
                      <a:pt x="94" y="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336" name="Group 244"/>
            <p:cNvGrpSpPr/>
            <p:nvPr/>
          </p:nvGrpSpPr>
          <p:grpSpPr>
            <a:xfrm>
              <a:off x="8481600" y="4335120"/>
              <a:ext cx="185760" cy="68040"/>
              <a:chOff x="8481600" y="4335120"/>
              <a:chExt cx="185760" cy="68040"/>
            </a:xfrm>
          </p:grpSpPr>
          <p:sp>
            <p:nvSpPr>
              <p:cNvPr id="337" name="Freeform 245"/>
              <p:cNvSpPr/>
              <p:nvPr/>
            </p:nvSpPr>
            <p:spPr>
              <a:xfrm>
                <a:off x="8481600" y="4335120"/>
                <a:ext cx="38160" cy="54360"/>
              </a:xfrm>
              <a:custGeom>
                <a:avLst/>
                <a:gdLst/>
                <a:ahLst/>
                <a:rect l="0" t="0" r="r" b="b"/>
                <a:pathLst>
                  <a:path w="106" h="151">
                    <a:moveTo>
                      <a:pt x="64" y="86"/>
                    </a:moveTo>
                    <a:cubicBezTo>
                      <a:pt x="74" y="108"/>
                      <a:pt x="83" y="140"/>
                      <a:pt x="88" y="145"/>
                    </a:cubicBezTo>
                    <a:cubicBezTo>
                      <a:pt x="90" y="150"/>
                      <a:pt x="93" y="150"/>
                      <a:pt x="98" y="150"/>
                    </a:cubicBezTo>
                    <a:lnTo>
                      <a:pt x="103" y="150"/>
                    </a:lnTo>
                    <a:cubicBezTo>
                      <a:pt x="105" y="150"/>
                      <a:pt x="105" y="149"/>
                      <a:pt x="105" y="148"/>
                    </a:cubicBezTo>
                    <a:cubicBezTo>
                      <a:pt x="105" y="147"/>
                      <a:pt x="105" y="147"/>
                      <a:pt x="104" y="145"/>
                    </a:cubicBezTo>
                    <a:cubicBezTo>
                      <a:pt x="102" y="144"/>
                      <a:pt x="101" y="140"/>
                      <a:pt x="100" y="137"/>
                    </a:cubicBezTo>
                    <a:lnTo>
                      <a:pt x="56" y="15"/>
                    </a:lnTo>
                    <a:cubicBezTo>
                      <a:pt x="51" y="3"/>
                      <a:pt x="40" y="0"/>
                      <a:pt x="30" y="0"/>
                    </a:cubicBezTo>
                    <a:cubicBezTo>
                      <a:pt x="29" y="0"/>
                      <a:pt x="25" y="0"/>
                      <a:pt x="25" y="3"/>
                    </a:cubicBezTo>
                    <a:cubicBezTo>
                      <a:pt x="25" y="4"/>
                      <a:pt x="29" y="5"/>
                      <a:pt x="29" y="5"/>
                    </a:cubicBezTo>
                    <a:cubicBezTo>
                      <a:pt x="35" y="6"/>
                      <a:pt x="37" y="8"/>
                      <a:pt x="42" y="22"/>
                    </a:cubicBezTo>
                    <a:lnTo>
                      <a:pt x="63" y="79"/>
                    </a:lnTo>
                    <a:lnTo>
                      <a:pt x="4" y="137"/>
                    </a:lnTo>
                    <a:cubicBezTo>
                      <a:pt x="2" y="140"/>
                      <a:pt x="0" y="142"/>
                      <a:pt x="0" y="144"/>
                    </a:cubicBezTo>
                    <a:cubicBezTo>
                      <a:pt x="0" y="148"/>
                      <a:pt x="3" y="150"/>
                      <a:pt x="6" y="150"/>
                    </a:cubicBezTo>
                    <a:cubicBezTo>
                      <a:pt x="9" y="150"/>
                      <a:pt x="11" y="149"/>
                      <a:pt x="13" y="145"/>
                    </a:cubicBezTo>
                    <a:lnTo>
                      <a:pt x="64" y="86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38" name="Freeform 246"/>
              <p:cNvSpPr/>
              <p:nvPr/>
            </p:nvSpPr>
            <p:spPr>
              <a:xfrm>
                <a:off x="8524800" y="4365000"/>
                <a:ext cx="47520" cy="37080"/>
              </a:xfrm>
              <a:custGeom>
                <a:avLst/>
                <a:gdLst/>
                <a:ahLst/>
                <a:rect l="0" t="0" r="r" b="b"/>
                <a:pathLst>
                  <a:path w="132" h="103">
                    <a:moveTo>
                      <a:pt x="75" y="45"/>
                    </a:moveTo>
                    <a:lnTo>
                      <a:pt x="89" y="31"/>
                    </a:lnTo>
                    <a:cubicBezTo>
                      <a:pt x="108" y="12"/>
                      <a:pt x="114" y="7"/>
                      <a:pt x="127" y="5"/>
                    </a:cubicBezTo>
                    <a:cubicBezTo>
                      <a:pt x="130" y="5"/>
                      <a:pt x="131" y="5"/>
                      <a:pt x="131" y="3"/>
                    </a:cubicBezTo>
                    <a:cubicBezTo>
                      <a:pt x="131" y="1"/>
                      <a:pt x="130" y="0"/>
                      <a:pt x="129" y="0"/>
                    </a:cubicBezTo>
                    <a:cubicBezTo>
                      <a:pt x="124" y="0"/>
                      <a:pt x="120" y="1"/>
                      <a:pt x="115" y="1"/>
                    </a:cubicBezTo>
                    <a:cubicBezTo>
                      <a:pt x="112" y="1"/>
                      <a:pt x="101" y="0"/>
                      <a:pt x="97" y="0"/>
                    </a:cubicBezTo>
                    <a:cubicBezTo>
                      <a:pt x="97" y="0"/>
                      <a:pt x="95" y="1"/>
                      <a:pt x="95" y="3"/>
                    </a:cubicBezTo>
                    <a:cubicBezTo>
                      <a:pt x="95" y="3"/>
                      <a:pt x="95" y="5"/>
                      <a:pt x="97" y="5"/>
                    </a:cubicBezTo>
                    <a:cubicBezTo>
                      <a:pt x="98" y="5"/>
                      <a:pt x="102" y="6"/>
                      <a:pt x="102" y="10"/>
                    </a:cubicBezTo>
                    <a:cubicBezTo>
                      <a:pt x="102" y="11"/>
                      <a:pt x="101" y="14"/>
                      <a:pt x="98" y="16"/>
                    </a:cubicBezTo>
                    <a:cubicBezTo>
                      <a:pt x="97" y="17"/>
                      <a:pt x="78" y="35"/>
                      <a:pt x="73" y="40"/>
                    </a:cubicBezTo>
                    <a:lnTo>
                      <a:pt x="58" y="11"/>
                    </a:lnTo>
                    <a:cubicBezTo>
                      <a:pt x="58" y="10"/>
                      <a:pt x="57" y="10"/>
                      <a:pt x="57" y="10"/>
                    </a:cubicBezTo>
                    <a:cubicBezTo>
                      <a:pt x="57" y="8"/>
                      <a:pt x="60" y="6"/>
                      <a:pt x="65" y="5"/>
                    </a:cubicBezTo>
                    <a:cubicBezTo>
                      <a:pt x="66" y="5"/>
                      <a:pt x="68" y="5"/>
                      <a:pt x="68" y="2"/>
                    </a:cubicBezTo>
                    <a:cubicBezTo>
                      <a:pt x="68" y="2"/>
                      <a:pt x="68" y="0"/>
                      <a:pt x="65" y="0"/>
                    </a:cubicBezTo>
                    <a:cubicBezTo>
                      <a:pt x="63" y="0"/>
                      <a:pt x="59" y="1"/>
                      <a:pt x="56" y="1"/>
                    </a:cubicBezTo>
                    <a:cubicBezTo>
                      <a:pt x="52" y="1"/>
                      <a:pt x="49" y="1"/>
                      <a:pt x="46" y="1"/>
                    </a:cubicBezTo>
                    <a:cubicBezTo>
                      <a:pt x="44" y="1"/>
                      <a:pt x="40" y="1"/>
                      <a:pt x="37" y="1"/>
                    </a:cubicBezTo>
                    <a:cubicBezTo>
                      <a:pt x="35" y="1"/>
                      <a:pt x="32" y="0"/>
                      <a:pt x="29" y="0"/>
                    </a:cubicBezTo>
                    <a:cubicBezTo>
                      <a:pt x="28" y="0"/>
                      <a:pt x="25" y="0"/>
                      <a:pt x="25" y="3"/>
                    </a:cubicBezTo>
                    <a:cubicBezTo>
                      <a:pt x="25" y="5"/>
                      <a:pt x="28" y="5"/>
                      <a:pt x="30" y="5"/>
                    </a:cubicBezTo>
                    <a:cubicBezTo>
                      <a:pt x="39" y="5"/>
                      <a:pt x="40" y="7"/>
                      <a:pt x="41" y="10"/>
                    </a:cubicBezTo>
                    <a:lnTo>
                      <a:pt x="62" y="52"/>
                    </a:lnTo>
                    <a:lnTo>
                      <a:pt x="54" y="59"/>
                    </a:lnTo>
                    <a:cubicBezTo>
                      <a:pt x="51" y="63"/>
                      <a:pt x="44" y="69"/>
                      <a:pt x="41" y="71"/>
                    </a:cubicBezTo>
                    <a:cubicBezTo>
                      <a:pt x="23" y="90"/>
                      <a:pt x="17" y="97"/>
                      <a:pt x="4" y="97"/>
                    </a:cubicBezTo>
                    <a:cubicBezTo>
                      <a:pt x="2" y="97"/>
                      <a:pt x="0" y="97"/>
                      <a:pt x="0" y="100"/>
                    </a:cubicBezTo>
                    <a:cubicBezTo>
                      <a:pt x="0" y="101"/>
                      <a:pt x="1" y="102"/>
                      <a:pt x="2" y="102"/>
                    </a:cubicBezTo>
                    <a:cubicBezTo>
                      <a:pt x="6" y="102"/>
                      <a:pt x="11" y="101"/>
                      <a:pt x="16" y="101"/>
                    </a:cubicBezTo>
                    <a:cubicBezTo>
                      <a:pt x="18" y="101"/>
                      <a:pt x="22" y="101"/>
                      <a:pt x="25" y="101"/>
                    </a:cubicBezTo>
                    <a:cubicBezTo>
                      <a:pt x="28" y="101"/>
                      <a:pt x="31" y="102"/>
                      <a:pt x="33" y="102"/>
                    </a:cubicBezTo>
                    <a:cubicBezTo>
                      <a:pt x="34" y="102"/>
                      <a:pt x="36" y="102"/>
                      <a:pt x="36" y="99"/>
                    </a:cubicBezTo>
                    <a:cubicBezTo>
                      <a:pt x="36" y="97"/>
                      <a:pt x="35" y="97"/>
                      <a:pt x="34" y="97"/>
                    </a:cubicBezTo>
                    <a:cubicBezTo>
                      <a:pt x="32" y="97"/>
                      <a:pt x="28" y="97"/>
                      <a:pt x="28" y="93"/>
                    </a:cubicBezTo>
                    <a:cubicBezTo>
                      <a:pt x="28" y="90"/>
                      <a:pt x="31" y="89"/>
                      <a:pt x="34" y="85"/>
                    </a:cubicBezTo>
                    <a:lnTo>
                      <a:pt x="64" y="55"/>
                    </a:lnTo>
                    <a:lnTo>
                      <a:pt x="82" y="91"/>
                    </a:lnTo>
                    <a:cubicBezTo>
                      <a:pt x="83" y="92"/>
                      <a:pt x="83" y="93"/>
                      <a:pt x="83" y="93"/>
                    </a:cubicBezTo>
                    <a:cubicBezTo>
                      <a:pt x="83" y="94"/>
                      <a:pt x="80" y="97"/>
                      <a:pt x="75" y="97"/>
                    </a:cubicBezTo>
                    <a:cubicBezTo>
                      <a:pt x="74" y="97"/>
                      <a:pt x="72" y="97"/>
                      <a:pt x="72" y="100"/>
                    </a:cubicBezTo>
                    <a:cubicBezTo>
                      <a:pt x="72" y="100"/>
                      <a:pt x="72" y="102"/>
                      <a:pt x="74" y="102"/>
                    </a:cubicBezTo>
                    <a:cubicBezTo>
                      <a:pt x="77" y="102"/>
                      <a:pt x="82" y="101"/>
                      <a:pt x="85" y="101"/>
                    </a:cubicBezTo>
                    <a:cubicBezTo>
                      <a:pt x="88" y="101"/>
                      <a:pt x="91" y="101"/>
                      <a:pt x="94" y="101"/>
                    </a:cubicBezTo>
                    <a:cubicBezTo>
                      <a:pt x="97" y="101"/>
                      <a:pt x="101" y="101"/>
                      <a:pt x="103" y="101"/>
                    </a:cubicBezTo>
                    <a:cubicBezTo>
                      <a:pt x="105" y="101"/>
                      <a:pt x="109" y="102"/>
                      <a:pt x="112" y="102"/>
                    </a:cubicBezTo>
                    <a:cubicBezTo>
                      <a:pt x="112" y="102"/>
                      <a:pt x="114" y="102"/>
                      <a:pt x="114" y="99"/>
                    </a:cubicBezTo>
                    <a:cubicBezTo>
                      <a:pt x="114" y="97"/>
                      <a:pt x="112" y="97"/>
                      <a:pt x="110" y="97"/>
                    </a:cubicBezTo>
                    <a:cubicBezTo>
                      <a:pt x="101" y="97"/>
                      <a:pt x="101" y="95"/>
                      <a:pt x="99" y="92"/>
                    </a:cubicBezTo>
                    <a:lnTo>
                      <a:pt x="75" y="4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39" name="Freeform 247"/>
              <p:cNvSpPr/>
              <p:nvPr/>
            </p:nvSpPr>
            <p:spPr>
              <a:xfrm>
                <a:off x="8579520" y="4361040"/>
                <a:ext cx="19440" cy="25560"/>
              </a:xfrm>
              <a:custGeom>
                <a:avLst/>
                <a:gdLst/>
                <a:ahLst/>
                <a:rect l="0" t="0" r="r" b="b"/>
                <a:pathLst>
                  <a:path w="54" h="71">
                    <a:moveTo>
                      <a:pt x="53" y="51"/>
                    </a:moveTo>
                    <a:lnTo>
                      <a:pt x="49" y="51"/>
                    </a:lnTo>
                    <a:cubicBezTo>
                      <a:pt x="48" y="52"/>
                      <a:pt x="48" y="59"/>
                      <a:pt x="46" y="60"/>
                    </a:cubicBezTo>
                    <a:cubicBezTo>
                      <a:pt x="45" y="61"/>
                      <a:pt x="36" y="61"/>
                      <a:pt x="34" y="61"/>
                    </a:cubicBezTo>
                    <a:lnTo>
                      <a:pt x="13" y="61"/>
                    </a:lnTo>
                    <a:cubicBezTo>
                      <a:pt x="20" y="55"/>
                      <a:pt x="29" y="49"/>
                      <a:pt x="35" y="45"/>
                    </a:cubicBezTo>
                    <a:cubicBezTo>
                      <a:pt x="44" y="39"/>
                      <a:pt x="53" y="32"/>
                      <a:pt x="53" y="21"/>
                    </a:cubicBezTo>
                    <a:cubicBezTo>
                      <a:pt x="53" y="7"/>
                      <a:pt x="40" y="0"/>
                      <a:pt x="25" y="0"/>
                    </a:cubicBezTo>
                    <a:cubicBezTo>
                      <a:pt x="10" y="0"/>
                      <a:pt x="0" y="8"/>
                      <a:pt x="0" y="19"/>
                    </a:cubicBezTo>
                    <a:cubicBezTo>
                      <a:pt x="0" y="24"/>
                      <a:pt x="5" y="25"/>
                      <a:pt x="6" y="25"/>
                    </a:cubicBezTo>
                    <a:cubicBezTo>
                      <a:pt x="10" y="25"/>
                      <a:pt x="13" y="23"/>
                      <a:pt x="13" y="19"/>
                    </a:cubicBezTo>
                    <a:cubicBezTo>
                      <a:pt x="13" y="15"/>
                      <a:pt x="10" y="13"/>
                      <a:pt x="6" y="13"/>
                    </a:cubicBezTo>
                    <a:cubicBezTo>
                      <a:pt x="10" y="7"/>
                      <a:pt x="16" y="4"/>
                      <a:pt x="23" y="4"/>
                    </a:cubicBezTo>
                    <a:cubicBezTo>
                      <a:pt x="33" y="4"/>
                      <a:pt x="42" y="11"/>
                      <a:pt x="42" y="21"/>
                    </a:cubicBezTo>
                    <a:cubicBezTo>
                      <a:pt x="42" y="30"/>
                      <a:pt x="36" y="37"/>
                      <a:pt x="28" y="44"/>
                    </a:cubicBezTo>
                    <a:lnTo>
                      <a:pt x="2" y="66"/>
                    </a:lnTo>
                    <a:cubicBezTo>
                      <a:pt x="0" y="67"/>
                      <a:pt x="0" y="67"/>
                      <a:pt x="0" y="68"/>
                    </a:cubicBezTo>
                    <a:lnTo>
                      <a:pt x="0" y="70"/>
                    </a:lnTo>
                    <a:lnTo>
                      <a:pt x="50" y="70"/>
                    </a:lnTo>
                    <a:lnTo>
                      <a:pt x="53" y="51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40" name="Freeform 248"/>
              <p:cNvSpPr/>
              <p:nvPr/>
            </p:nvSpPr>
            <p:spPr>
              <a:xfrm>
                <a:off x="8610120" y="4364280"/>
                <a:ext cx="34200" cy="39240"/>
              </a:xfrm>
              <a:custGeom>
                <a:avLst/>
                <a:gdLst/>
                <a:ahLst/>
                <a:rect l="0" t="0" r="r" b="b"/>
                <a:pathLst>
                  <a:path w="95" h="109">
                    <a:moveTo>
                      <a:pt x="94" y="2"/>
                    </a:moveTo>
                    <a:cubicBezTo>
                      <a:pt x="94" y="1"/>
                      <a:pt x="93" y="0"/>
                      <a:pt x="92" y="0"/>
                    </a:cubicBezTo>
                    <a:cubicBezTo>
                      <a:pt x="91" y="0"/>
                      <a:pt x="91" y="0"/>
                      <a:pt x="89" y="2"/>
                    </a:cubicBezTo>
                    <a:lnTo>
                      <a:pt x="82" y="10"/>
                    </a:lnTo>
                    <a:cubicBezTo>
                      <a:pt x="76" y="3"/>
                      <a:pt x="67" y="0"/>
                      <a:pt x="58" y="0"/>
                    </a:cubicBezTo>
                    <a:cubicBezTo>
                      <a:pt x="36" y="0"/>
                      <a:pt x="19" y="17"/>
                      <a:pt x="19" y="35"/>
                    </a:cubicBezTo>
                    <a:cubicBezTo>
                      <a:pt x="19" y="36"/>
                      <a:pt x="19" y="43"/>
                      <a:pt x="23" y="47"/>
                    </a:cubicBezTo>
                    <a:cubicBezTo>
                      <a:pt x="28" y="54"/>
                      <a:pt x="34" y="55"/>
                      <a:pt x="43" y="57"/>
                    </a:cubicBezTo>
                    <a:cubicBezTo>
                      <a:pt x="47" y="58"/>
                      <a:pt x="54" y="59"/>
                      <a:pt x="56" y="60"/>
                    </a:cubicBezTo>
                    <a:cubicBezTo>
                      <a:pt x="61" y="61"/>
                      <a:pt x="70" y="64"/>
                      <a:pt x="70" y="76"/>
                    </a:cubicBezTo>
                    <a:cubicBezTo>
                      <a:pt x="70" y="89"/>
                      <a:pt x="58" y="102"/>
                      <a:pt x="40" y="102"/>
                    </a:cubicBezTo>
                    <a:cubicBezTo>
                      <a:pt x="28" y="102"/>
                      <a:pt x="12" y="97"/>
                      <a:pt x="12" y="81"/>
                    </a:cubicBezTo>
                    <a:cubicBezTo>
                      <a:pt x="12" y="79"/>
                      <a:pt x="12" y="76"/>
                      <a:pt x="13" y="73"/>
                    </a:cubicBezTo>
                    <a:lnTo>
                      <a:pt x="13" y="73"/>
                    </a:lnTo>
                    <a:cubicBezTo>
                      <a:pt x="13" y="70"/>
                      <a:pt x="11" y="70"/>
                      <a:pt x="10" y="70"/>
                    </a:cubicBezTo>
                    <a:cubicBezTo>
                      <a:pt x="8" y="70"/>
                      <a:pt x="8" y="71"/>
                      <a:pt x="8" y="73"/>
                    </a:cubicBezTo>
                    <a:lnTo>
                      <a:pt x="0" y="103"/>
                    </a:lnTo>
                    <a:cubicBezTo>
                      <a:pt x="0" y="104"/>
                      <a:pt x="0" y="104"/>
                      <a:pt x="0" y="106"/>
                    </a:cubicBezTo>
                    <a:cubicBezTo>
                      <a:pt x="0" y="106"/>
                      <a:pt x="0" y="108"/>
                      <a:pt x="1" y="108"/>
                    </a:cubicBezTo>
                    <a:cubicBezTo>
                      <a:pt x="3" y="108"/>
                      <a:pt x="3" y="108"/>
                      <a:pt x="5" y="105"/>
                    </a:cubicBezTo>
                    <a:cubicBezTo>
                      <a:pt x="7" y="103"/>
                      <a:pt x="10" y="99"/>
                      <a:pt x="12" y="97"/>
                    </a:cubicBezTo>
                    <a:cubicBezTo>
                      <a:pt x="20" y="106"/>
                      <a:pt x="31" y="108"/>
                      <a:pt x="40" y="108"/>
                    </a:cubicBezTo>
                    <a:cubicBezTo>
                      <a:pt x="63" y="108"/>
                      <a:pt x="81" y="89"/>
                      <a:pt x="81" y="70"/>
                    </a:cubicBezTo>
                    <a:cubicBezTo>
                      <a:pt x="81" y="64"/>
                      <a:pt x="78" y="58"/>
                      <a:pt x="75" y="55"/>
                    </a:cubicBezTo>
                    <a:cubicBezTo>
                      <a:pt x="70" y="49"/>
                      <a:pt x="67" y="49"/>
                      <a:pt x="48" y="43"/>
                    </a:cubicBezTo>
                    <a:cubicBezTo>
                      <a:pt x="45" y="43"/>
                      <a:pt x="40" y="43"/>
                      <a:pt x="40" y="42"/>
                    </a:cubicBezTo>
                    <a:cubicBezTo>
                      <a:pt x="36" y="40"/>
                      <a:pt x="29" y="36"/>
                      <a:pt x="29" y="28"/>
                    </a:cubicBezTo>
                    <a:cubicBezTo>
                      <a:pt x="29" y="17"/>
                      <a:pt x="42" y="4"/>
                      <a:pt x="58" y="4"/>
                    </a:cubicBezTo>
                    <a:cubicBezTo>
                      <a:pt x="74" y="4"/>
                      <a:pt x="81" y="13"/>
                      <a:pt x="81" y="28"/>
                    </a:cubicBezTo>
                    <a:cubicBezTo>
                      <a:pt x="81" y="30"/>
                      <a:pt x="81" y="33"/>
                      <a:pt x="81" y="35"/>
                    </a:cubicBezTo>
                    <a:cubicBezTo>
                      <a:pt x="81" y="36"/>
                      <a:pt x="83" y="36"/>
                      <a:pt x="83" y="36"/>
                    </a:cubicBezTo>
                    <a:cubicBezTo>
                      <a:pt x="85" y="36"/>
                      <a:pt x="85" y="36"/>
                      <a:pt x="86" y="33"/>
                    </a:cubicBezTo>
                    <a:lnTo>
                      <a:pt x="94" y="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41" name="Freeform 249"/>
              <p:cNvSpPr/>
              <p:nvPr/>
            </p:nvSpPr>
            <p:spPr>
              <a:xfrm>
                <a:off x="8651520" y="4361040"/>
                <a:ext cx="16200" cy="25560"/>
              </a:xfrm>
              <a:custGeom>
                <a:avLst/>
                <a:gdLst/>
                <a:ahLst/>
                <a:rect l="0" t="0" r="r" b="b"/>
                <a:pathLst>
                  <a:path w="45" h="71">
                    <a:moveTo>
                      <a:pt x="28" y="3"/>
                    </a:moveTo>
                    <a:cubicBezTo>
                      <a:pt x="28" y="0"/>
                      <a:pt x="27" y="0"/>
                      <a:pt x="23" y="0"/>
                    </a:cubicBezTo>
                    <a:cubicBezTo>
                      <a:pt x="17" y="7"/>
                      <a:pt x="4" y="7"/>
                      <a:pt x="2" y="7"/>
                    </a:cubicBezTo>
                    <a:lnTo>
                      <a:pt x="0" y="7"/>
                    </a:lnTo>
                    <a:lnTo>
                      <a:pt x="0" y="11"/>
                    </a:lnTo>
                    <a:lnTo>
                      <a:pt x="2" y="11"/>
                    </a:lnTo>
                    <a:cubicBezTo>
                      <a:pt x="4" y="11"/>
                      <a:pt x="11" y="11"/>
                      <a:pt x="17" y="9"/>
                    </a:cubicBezTo>
                    <a:lnTo>
                      <a:pt x="17" y="61"/>
                    </a:lnTo>
                    <a:cubicBezTo>
                      <a:pt x="17" y="65"/>
                      <a:pt x="17" y="66"/>
                      <a:pt x="6" y="66"/>
                    </a:cubicBezTo>
                    <a:lnTo>
                      <a:pt x="1" y="66"/>
                    </a:lnTo>
                    <a:lnTo>
                      <a:pt x="1" y="70"/>
                    </a:lnTo>
                    <a:cubicBezTo>
                      <a:pt x="7" y="70"/>
                      <a:pt x="17" y="70"/>
                      <a:pt x="22" y="70"/>
                    </a:cubicBezTo>
                    <a:cubicBezTo>
                      <a:pt x="29" y="70"/>
                      <a:pt x="37" y="70"/>
                      <a:pt x="44" y="70"/>
                    </a:cubicBezTo>
                    <a:lnTo>
                      <a:pt x="44" y="66"/>
                    </a:lnTo>
                    <a:lnTo>
                      <a:pt x="39" y="66"/>
                    </a:lnTo>
                    <a:cubicBezTo>
                      <a:pt x="28" y="66"/>
                      <a:pt x="28" y="65"/>
                      <a:pt x="28" y="61"/>
                    </a:cubicBezTo>
                    <a:lnTo>
                      <a:pt x="28" y="3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sp>
          <p:nvSpPr>
            <p:cNvPr id="342" name="TextShape 250"/>
            <p:cNvSpPr txBox="1"/>
            <p:nvPr/>
          </p:nvSpPr>
          <p:spPr>
            <a:xfrm rot="16200000">
              <a:off x="8384760" y="5422680"/>
              <a:ext cx="932040" cy="33984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rIns="90000" tIns="45000" bIns="45000">
              <a:noAutofit/>
            </a:bodyPr>
            <a:p>
              <a:r>
                <a:rPr b="1" lang="en-US" sz="1600" spc="-1" strike="noStrike">
                  <a:solidFill>
                    <a:srgbClr val="00a65d"/>
                  </a:solidFill>
                  <a:latin typeface="Arial"/>
                </a:rPr>
                <a:t>robot 1</a:t>
              </a:r>
              <a:endParaRPr b="0" lang="en-US" sz="1600" spc="-1" strike="noStrike">
                <a:latin typeface="Arial"/>
              </a:endParaRPr>
            </a:p>
          </p:txBody>
        </p:sp>
        <p:sp>
          <p:nvSpPr>
            <p:cNvPr id="343" name="TextShape 251"/>
            <p:cNvSpPr txBox="1"/>
            <p:nvPr/>
          </p:nvSpPr>
          <p:spPr>
            <a:xfrm rot="16200000">
              <a:off x="8394840" y="3952080"/>
              <a:ext cx="932400" cy="34020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rIns="90000" tIns="45000" bIns="45000">
              <a:noAutofit/>
            </a:bodyPr>
            <a:p>
              <a:r>
                <a:rPr b="1" lang="en-US" sz="1600" spc="-1" strike="noStrike">
                  <a:solidFill>
                    <a:srgbClr val="aa55a1"/>
                  </a:solidFill>
                  <a:latin typeface="Arial"/>
                </a:rPr>
                <a:t>robot 2</a:t>
              </a:r>
              <a:endParaRPr b="0" lang="en-US" sz="1600" spc="-1" strike="noStrike">
                <a:latin typeface="Arial"/>
              </a:endParaRPr>
            </a:p>
          </p:txBody>
        </p:sp>
      </p:grpSp>
      <p:sp>
        <p:nvSpPr>
          <p:cNvPr id="344" name="TextShape 252"/>
          <p:cNvSpPr txBox="1"/>
          <p:nvPr/>
        </p:nvSpPr>
        <p:spPr>
          <a:xfrm>
            <a:off x="3931920" y="3747240"/>
            <a:ext cx="885240" cy="4316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1" lang="en-US" sz="1200" spc="-1" strike="noStrike">
                <a:solidFill>
                  <a:srgbClr val="bf0041"/>
                </a:solidFill>
                <a:latin typeface="Arial"/>
              </a:rPr>
              <a:t>Online</a:t>
            </a:r>
            <a:endParaRPr b="0" lang="en-US" sz="1200" spc="-1" strike="noStrike">
              <a:solidFill>
                <a:srgbClr val="bf0041"/>
              </a:solidFill>
              <a:latin typeface="Arial"/>
            </a:endParaRPr>
          </a:p>
          <a:p>
            <a:pPr algn="ctr"/>
            <a:r>
              <a:rPr b="1" lang="en-US" sz="1200" spc="-1" strike="noStrike">
                <a:solidFill>
                  <a:srgbClr val="bf0041"/>
                </a:solidFill>
                <a:latin typeface="Arial"/>
              </a:rPr>
              <a:t>inference</a:t>
            </a:r>
            <a:endParaRPr b="0" lang="en-US" sz="1200" spc="-1" strike="noStrike">
              <a:solidFill>
                <a:srgbClr val="bf0041"/>
              </a:solidFill>
              <a:latin typeface="Arial"/>
            </a:endParaRPr>
          </a:p>
        </p:txBody>
      </p:sp>
      <p:sp>
        <p:nvSpPr>
          <p:cNvPr id="345" name="CustomShape 253"/>
          <p:cNvSpPr/>
          <p:nvPr/>
        </p:nvSpPr>
        <p:spPr>
          <a:xfrm>
            <a:off x="6691680" y="3527280"/>
            <a:ext cx="235800" cy="235800"/>
          </a:xfrm>
          <a:prstGeom prst="ellipse">
            <a:avLst/>
          </a:prstGeom>
          <a:solidFill>
            <a:srgbClr val="bf0041"/>
          </a:solidFill>
          <a:ln>
            <a:solidFill>
              <a:srgbClr val="bf0041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1</a:t>
            </a:r>
            <a:endParaRPr b="1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CustomShape 254"/>
          <p:cNvSpPr/>
          <p:nvPr/>
        </p:nvSpPr>
        <p:spPr>
          <a:xfrm>
            <a:off x="6455880" y="4551480"/>
            <a:ext cx="235800" cy="235800"/>
          </a:xfrm>
          <a:prstGeom prst="ellipse">
            <a:avLst/>
          </a:prstGeom>
          <a:solidFill>
            <a:srgbClr val="bf0041"/>
          </a:solidFill>
          <a:ln>
            <a:solidFill>
              <a:srgbClr val="bf0041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2</a:t>
            </a:r>
            <a:endParaRPr b="1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CustomShape 255"/>
          <p:cNvSpPr/>
          <p:nvPr/>
        </p:nvSpPr>
        <p:spPr>
          <a:xfrm>
            <a:off x="4571640" y="4424760"/>
            <a:ext cx="235800" cy="235800"/>
          </a:xfrm>
          <a:prstGeom prst="ellipse">
            <a:avLst/>
          </a:prstGeom>
          <a:solidFill>
            <a:srgbClr val="bf0041"/>
          </a:solidFill>
          <a:ln>
            <a:solidFill>
              <a:srgbClr val="bf0041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3</a:t>
            </a:r>
            <a:endParaRPr b="1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Shape 256"/>
          <p:cNvSpPr txBox="1"/>
          <p:nvPr/>
        </p:nvSpPr>
        <p:spPr>
          <a:xfrm>
            <a:off x="398520" y="4326840"/>
            <a:ext cx="3807720" cy="278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latin typeface="Calibri"/>
              </a:rPr>
              <a:t>GP</a:t>
            </a:r>
            <a:r>
              <a:rPr b="1" lang="en-US" sz="1000" spc="-1" strike="noStrike">
                <a:latin typeface="Calibri"/>
              </a:rPr>
              <a:t>S </a:t>
            </a:r>
            <a:r>
              <a:rPr b="1" lang="en-US" sz="1000" spc="-1" strike="noStrike">
                <a:latin typeface="Calibri"/>
              </a:rPr>
              <a:t>ab</a:t>
            </a:r>
            <a:r>
              <a:rPr b="1" lang="en-US" sz="1000" spc="-1" strike="noStrike">
                <a:latin typeface="Calibri"/>
              </a:rPr>
              <a:t>no</a:t>
            </a:r>
            <a:r>
              <a:rPr b="1" lang="en-US" sz="1000" spc="-1" strike="noStrike">
                <a:latin typeface="Calibri"/>
              </a:rPr>
              <a:t>rm</a:t>
            </a:r>
            <a:r>
              <a:rPr b="1" lang="en-US" sz="1000" spc="-1" strike="noStrike">
                <a:latin typeface="Calibri"/>
              </a:rPr>
              <a:t>alit</a:t>
            </a:r>
            <a:r>
              <a:rPr b="1" lang="en-US" sz="1000" spc="-1" strike="noStrike">
                <a:latin typeface="Calibri"/>
              </a:rPr>
              <a:t>y </a:t>
            </a:r>
            <a:r>
              <a:rPr b="1" lang="en-US" sz="1000" spc="-1" strike="noStrike">
                <a:latin typeface="Calibri"/>
              </a:rPr>
              <a:t>val</a:t>
            </a:r>
            <a:r>
              <a:rPr b="1" lang="en-US" sz="1000" spc="-1" strike="noStrike">
                <a:latin typeface="Calibri"/>
              </a:rPr>
              <a:t>ue</a:t>
            </a:r>
            <a:r>
              <a:rPr b="1" lang="en-US" sz="1000" spc="-1" strike="noStrike">
                <a:latin typeface="Calibri"/>
              </a:rPr>
              <a:t>s </a:t>
            </a:r>
            <a:r>
              <a:rPr b="1" lang="en-US" sz="1000" spc="-1" strike="noStrike">
                <a:latin typeface="Calibri"/>
              </a:rPr>
              <a:t>for </a:t>
            </a:r>
            <a:r>
              <a:rPr b="1" lang="en-US" sz="1000" spc="-1" strike="noStrike">
                <a:latin typeface="Calibri"/>
              </a:rPr>
              <a:t>ref</a:t>
            </a:r>
            <a:r>
              <a:rPr b="1" lang="en-US" sz="1000" spc="-1" strike="noStrike">
                <a:latin typeface="Calibri"/>
              </a:rPr>
              <a:t>er</a:t>
            </a:r>
            <a:r>
              <a:rPr b="1" lang="en-US" sz="1000" spc="-1" strike="noStrike">
                <a:latin typeface="Calibri"/>
              </a:rPr>
              <a:t>en</a:t>
            </a:r>
            <a:r>
              <a:rPr b="1" lang="en-US" sz="1000" spc="-1" strike="noStrike">
                <a:latin typeface="Calibri"/>
              </a:rPr>
              <a:t>ce </a:t>
            </a:r>
            <a:r>
              <a:rPr b="1" lang="en-US" sz="1000" spc="-1" strike="noStrike">
                <a:latin typeface="Calibri"/>
              </a:rPr>
              <a:t>(bl</a:t>
            </a:r>
            <a:r>
              <a:rPr b="1" lang="en-US" sz="1000" spc="-1" strike="noStrike">
                <a:latin typeface="Calibri"/>
              </a:rPr>
              <a:t>ue</a:t>
            </a:r>
            <a:r>
              <a:rPr b="1" lang="en-US" sz="1000" spc="-1" strike="noStrike">
                <a:latin typeface="Calibri"/>
              </a:rPr>
              <a:t>) </a:t>
            </a:r>
            <a:r>
              <a:rPr b="1" lang="en-US" sz="1000" spc="-1" strike="noStrike">
                <a:latin typeface="Calibri"/>
              </a:rPr>
              <a:t>an</a:t>
            </a:r>
            <a:r>
              <a:rPr b="1" lang="en-US" sz="1000" spc="-1" strike="noStrike">
                <a:latin typeface="Calibri"/>
              </a:rPr>
              <a:t>d </a:t>
            </a:r>
            <a:r>
              <a:rPr b="1" lang="en-US" sz="1000" spc="-1" strike="noStrike">
                <a:latin typeface="Calibri"/>
              </a:rPr>
              <a:t>tes</a:t>
            </a:r>
            <a:r>
              <a:rPr b="1" lang="en-US" sz="1000" spc="-1" strike="noStrike">
                <a:latin typeface="Calibri"/>
              </a:rPr>
              <a:t>t  </a:t>
            </a:r>
            <a:r>
              <a:rPr b="1" lang="en-US" sz="1000" spc="-1" strike="noStrike">
                <a:latin typeface="Calibri"/>
              </a:rPr>
              <a:t>(re</a:t>
            </a:r>
            <a:r>
              <a:rPr b="1" lang="en-US" sz="1000" spc="-1" strike="noStrike">
                <a:latin typeface="Calibri"/>
              </a:rPr>
              <a:t>d) </a:t>
            </a:r>
            <a:r>
              <a:rPr b="1" lang="en-US" sz="1000" spc="-1" strike="noStrike">
                <a:latin typeface="Calibri"/>
              </a:rPr>
              <a:t>sce</a:t>
            </a:r>
            <a:r>
              <a:rPr b="1" lang="en-US" sz="1000" spc="-1" strike="noStrike">
                <a:latin typeface="Calibri"/>
              </a:rPr>
              <a:t>na</a:t>
            </a:r>
            <a:r>
              <a:rPr b="1" lang="en-US" sz="1000" spc="-1" strike="noStrike">
                <a:latin typeface="Calibri"/>
              </a:rPr>
              <a:t>rio</a:t>
            </a:r>
            <a:r>
              <a:rPr b="1" lang="en-US" sz="1000" spc="-1" strike="noStrike">
                <a:latin typeface="Calibri"/>
              </a:rPr>
              <a:t>s 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49" name="TextShape 257"/>
          <p:cNvSpPr txBox="1"/>
          <p:nvPr/>
        </p:nvSpPr>
        <p:spPr>
          <a:xfrm>
            <a:off x="398880" y="5371200"/>
            <a:ext cx="4081680" cy="343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latin typeface="Calibri"/>
              </a:rPr>
              <a:t>LIDAR </a:t>
            </a:r>
            <a:r>
              <a:rPr b="1" lang="en-US" sz="1000" spc="-1" strike="noStrike">
                <a:latin typeface="Calibri"/>
              </a:rPr>
              <a:t>abnormality </a:t>
            </a:r>
            <a:r>
              <a:rPr b="1" lang="en-US" sz="1000" spc="-1" strike="noStrike">
                <a:latin typeface="Calibri"/>
              </a:rPr>
              <a:t>values for </a:t>
            </a:r>
            <a:r>
              <a:rPr b="1" lang="en-US" sz="1000" spc="-1" strike="noStrike">
                <a:latin typeface="Calibri"/>
              </a:rPr>
              <a:t>reference </a:t>
            </a:r>
            <a:r>
              <a:rPr b="1" lang="en-US" sz="1000" spc="-1" strike="noStrike">
                <a:latin typeface="Calibri"/>
              </a:rPr>
              <a:t>(blue) and </a:t>
            </a:r>
            <a:r>
              <a:rPr b="1" lang="en-US" sz="1000" spc="-1" strike="noStrike">
                <a:latin typeface="Calibri"/>
              </a:rPr>
              <a:t>test  (red) </a:t>
            </a:r>
            <a:r>
              <a:rPr b="1" lang="en-US" sz="1000" spc="-1" strike="noStrike">
                <a:latin typeface="Calibri"/>
              </a:rPr>
              <a:t>scenarios 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50" name="TextShape 258"/>
          <p:cNvSpPr txBox="1"/>
          <p:nvPr/>
        </p:nvSpPr>
        <p:spPr>
          <a:xfrm>
            <a:off x="92160" y="694800"/>
            <a:ext cx="1370880" cy="3204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US" sz="1800" spc="-1" strike="noStrike">
                <a:latin typeface="Calibri"/>
              </a:rPr>
              <a:t>Framework</a:t>
            </a:r>
            <a:endParaRPr b="1" lang="en-US" sz="1800" spc="-1" strike="noStrike">
              <a:latin typeface="Arial"/>
            </a:endParaRPr>
          </a:p>
        </p:txBody>
      </p:sp>
      <p:sp>
        <p:nvSpPr>
          <p:cNvPr id="351" name="TextShape 259"/>
          <p:cNvSpPr txBox="1"/>
          <p:nvPr/>
        </p:nvSpPr>
        <p:spPr>
          <a:xfrm>
            <a:off x="6583680" y="6126480"/>
            <a:ext cx="1280160" cy="243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en-US" sz="1200" spc="-1" strike="noStrike">
                <a:latin typeface="Calibri"/>
              </a:rPr>
              <a:t>Coupled </a:t>
            </a:r>
            <a:r>
              <a:rPr b="0" lang="en-US" sz="1200" spc="-1" strike="noStrike">
                <a:latin typeface="Calibri"/>
              </a:rPr>
              <a:t>DBN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52" name="TextShape 260"/>
          <p:cNvSpPr txBox="1"/>
          <p:nvPr/>
        </p:nvSpPr>
        <p:spPr>
          <a:xfrm>
            <a:off x="4754880" y="6165360"/>
            <a:ext cx="1280160" cy="243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en-US" sz="1200" spc="-1" strike="noStrike">
                <a:latin typeface="Calibri"/>
              </a:rPr>
              <a:t>T</a:t>
            </a:r>
            <a:r>
              <a:rPr b="0" lang="en-US" sz="1200" spc="-1" strike="noStrike">
                <a:latin typeface="Calibri"/>
              </a:rPr>
              <a:t>e</a:t>
            </a:r>
            <a:r>
              <a:rPr b="0" lang="en-US" sz="1200" spc="-1" strike="noStrike">
                <a:latin typeface="Calibri"/>
              </a:rPr>
              <a:t>st </a:t>
            </a:r>
            <a:r>
              <a:rPr b="0" lang="en-US" sz="1200" spc="-1" strike="noStrike">
                <a:latin typeface="Calibri"/>
              </a:rPr>
              <a:t>sc</a:t>
            </a:r>
            <a:r>
              <a:rPr b="0" lang="en-US" sz="1200" spc="-1" strike="noStrike">
                <a:latin typeface="Calibri"/>
              </a:rPr>
              <a:t>e</a:t>
            </a:r>
            <a:r>
              <a:rPr b="0" lang="en-US" sz="1200" spc="-1" strike="noStrike">
                <a:latin typeface="Calibri"/>
              </a:rPr>
              <a:t>n</a:t>
            </a:r>
            <a:r>
              <a:rPr b="0" lang="en-US" sz="1200" spc="-1" strike="noStrike">
                <a:latin typeface="Calibri"/>
              </a:rPr>
              <a:t>a</a:t>
            </a:r>
            <a:r>
              <a:rPr b="0" lang="en-US" sz="1200" spc="-1" strike="noStrike">
                <a:latin typeface="Calibri"/>
              </a:rPr>
              <a:t>ri</a:t>
            </a:r>
            <a:r>
              <a:rPr b="0" lang="en-US" sz="1200" spc="-1" strike="noStrike">
                <a:latin typeface="Calibri"/>
              </a:rPr>
              <a:t>o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2012_Powerpoint_Vorlage_AAU</Template>
  <TotalTime>25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2012-12-10T11:09:19Z</dcterms:created>
  <dc:creator>Windows-Benutzer</dc:creator>
  <dc:description/>
  <dc:language>en-US</dc:language>
  <cp:lastModifiedBy/>
  <dcterms:modified xsi:type="dcterms:W3CDTF">2022-06-08T17:00:01Z</dcterms:modified>
  <cp:revision>752</cp:revision>
  <dc:subject/>
  <dc:title>Ich bin eine Headline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Notes">
    <vt:i4>0</vt:i4>
  </property>
  <property fmtid="{D5CDD505-2E9C-101B-9397-08002B2CF9AE}" pid="7" name="PresentationFormat">
    <vt:lpwstr>Bildschirmpräsentation (4:3)</vt:lpwstr>
  </property>
  <property fmtid="{D5CDD505-2E9C-101B-9397-08002B2CF9AE}" pid="8" name="ScaleCrop">
    <vt:bool>0</vt:bool>
  </property>
  <property fmtid="{D5CDD505-2E9C-101B-9397-08002B2CF9AE}" pid="9" name="ShareDoc">
    <vt:bool>0</vt:bool>
  </property>
  <property fmtid="{D5CDD505-2E9C-101B-9397-08002B2CF9AE}" pid="10" name="Slides">
    <vt:i4>19</vt:i4>
  </property>
</Properties>
</file>